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44" r:id="rId10"/>
    <p:sldId id="345" r:id="rId11"/>
    <p:sldId id="346" r:id="rId12"/>
    <p:sldId id="339" r:id="rId13"/>
    <p:sldId id="340"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varScale="1">
        <p:scale>
          <a:sx n="85" d="100"/>
          <a:sy n="85" d="100"/>
        </p:scale>
        <p:origin x="494" y="43"/>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iketk6664@gmail.com" userId="31436b212ba7cff0" providerId="LiveId" clId="{2D8EC640-9F9C-4242-8FFC-424921E7CBA9}"/>
    <pc:docChg chg="undo redo custSel modSld sldOrd">
      <pc:chgData name="aniketk6664@gmail.com" userId="31436b212ba7cff0" providerId="LiveId" clId="{2D8EC640-9F9C-4242-8FFC-424921E7CBA9}" dt="2026-09-09T16:02:26.299" v="1326" actId="14100"/>
      <pc:docMkLst>
        <pc:docMk/>
      </pc:docMkLst>
      <pc:sldChg chg="addSp delSp modSp mod modAnim">
        <pc:chgData name="aniketk6664@gmail.com" userId="31436b212ba7cff0" providerId="LiveId" clId="{2D8EC640-9F9C-4242-8FFC-424921E7CBA9}" dt="2026-09-09T14:50:47.138" v="195" actId="20577"/>
        <pc:sldMkLst>
          <pc:docMk/>
          <pc:sldMk cId="1341901065" sldId="302"/>
        </pc:sldMkLst>
        <pc:spChg chg="add mod">
          <ac:chgData name="aniketk6664@gmail.com" userId="31436b212ba7cff0" providerId="LiveId" clId="{2D8EC640-9F9C-4242-8FFC-424921E7CBA9}" dt="2026-09-09T14:50:47.138" v="195" actId="20577"/>
          <ac:spMkLst>
            <pc:docMk/>
            <pc:sldMk cId="1341901065" sldId="302"/>
            <ac:spMk id="3" creationId="{52D6DA4B-726F-4F94-8D37-7A76287E381B}"/>
          </ac:spMkLst>
        </pc:spChg>
        <pc:spChg chg="del">
          <ac:chgData name="aniketk6664@gmail.com" userId="31436b212ba7cff0" providerId="LiveId" clId="{2D8EC640-9F9C-4242-8FFC-424921E7CBA9}" dt="2026-09-09T14:49:41.511" v="172"/>
          <ac:spMkLst>
            <pc:docMk/>
            <pc:sldMk cId="1341901065" sldId="302"/>
            <ac:spMk id="7" creationId="{B21C28F5-3CA3-4B78-B5C9-550C00BB3174}"/>
          </ac:spMkLst>
        </pc:spChg>
      </pc:sldChg>
      <pc:sldChg chg="addSp delSp modSp mod">
        <pc:chgData name="aniketk6664@gmail.com" userId="31436b212ba7cff0" providerId="LiveId" clId="{2D8EC640-9F9C-4242-8FFC-424921E7CBA9}" dt="2026-09-09T15:09:14.789" v="474" actId="478"/>
        <pc:sldMkLst>
          <pc:docMk/>
          <pc:sldMk cId="3696770303" sldId="315"/>
        </pc:sldMkLst>
        <pc:spChg chg="add mod">
          <ac:chgData name="aniketk6664@gmail.com" userId="31436b212ba7cff0" providerId="LiveId" clId="{2D8EC640-9F9C-4242-8FFC-424921E7CBA9}" dt="2026-09-09T15:09:01.893" v="472" actId="20577"/>
          <ac:spMkLst>
            <pc:docMk/>
            <pc:sldMk cId="3696770303" sldId="315"/>
            <ac:spMk id="2" creationId="{066A920E-88D7-4819-994D-F17DFDD4A9FE}"/>
          </ac:spMkLst>
        </pc:spChg>
        <pc:spChg chg="mod">
          <ac:chgData name="aniketk6664@gmail.com" userId="31436b212ba7cff0" providerId="LiveId" clId="{2D8EC640-9F9C-4242-8FFC-424921E7CBA9}" dt="2026-09-09T15:03:30.411" v="333" actId="20577"/>
          <ac:spMkLst>
            <pc:docMk/>
            <pc:sldMk cId="3696770303" sldId="315"/>
            <ac:spMk id="3" creationId="{EBF2FBC7-3552-4F01-BB27-8BEEE74F7277}"/>
          </ac:spMkLst>
        </pc:spChg>
        <pc:picChg chg="add del">
          <ac:chgData name="aniketk6664@gmail.com" userId="31436b212ba7cff0" providerId="LiveId" clId="{2D8EC640-9F9C-4242-8FFC-424921E7CBA9}" dt="2026-09-09T15:09:14.789" v="474" actId="478"/>
          <ac:picMkLst>
            <pc:docMk/>
            <pc:sldMk cId="3696770303" sldId="315"/>
            <ac:picMk id="6" creationId="{6BED3D6A-DC10-4985-B01B-735F2CBA6E47}"/>
          </ac:picMkLst>
        </pc:picChg>
      </pc:sldChg>
      <pc:sldChg chg="modSp mod">
        <pc:chgData name="aniketk6664@gmail.com" userId="31436b212ba7cff0" providerId="LiveId" clId="{2D8EC640-9F9C-4242-8FFC-424921E7CBA9}" dt="2026-09-09T14:49:07.722" v="171" actId="1076"/>
        <pc:sldMkLst>
          <pc:docMk/>
          <pc:sldMk cId="3098548442" sldId="327"/>
        </pc:sldMkLst>
        <pc:spChg chg="mod">
          <ac:chgData name="aniketk6664@gmail.com" userId="31436b212ba7cff0" providerId="LiveId" clId="{2D8EC640-9F9C-4242-8FFC-424921E7CBA9}" dt="2026-09-09T14:49:07.722" v="171" actId="1076"/>
          <ac:spMkLst>
            <pc:docMk/>
            <pc:sldMk cId="3098548442" sldId="327"/>
            <ac:spMk id="2" creationId="{E46E4DD1-270B-4C80-AFF0-EB26F132AF36}"/>
          </ac:spMkLst>
        </pc:spChg>
      </pc:sldChg>
      <pc:sldChg chg="modSp mod modAnim">
        <pc:chgData name="aniketk6664@gmail.com" userId="31436b212ba7cff0" providerId="LiveId" clId="{2D8EC640-9F9C-4242-8FFC-424921E7CBA9}" dt="2026-09-09T14:48:07.092" v="162" actId="123"/>
        <pc:sldMkLst>
          <pc:docMk/>
          <pc:sldMk cId="48075006" sldId="329"/>
        </pc:sldMkLst>
        <pc:spChg chg="mod">
          <ac:chgData name="aniketk6664@gmail.com" userId="31436b212ba7cff0" providerId="LiveId" clId="{2D8EC640-9F9C-4242-8FFC-424921E7CBA9}" dt="2026-09-09T14:48:07.092" v="162" actId="123"/>
          <ac:spMkLst>
            <pc:docMk/>
            <pc:sldMk cId="48075006" sldId="329"/>
            <ac:spMk id="2" creationId="{664E3B60-2780-459A-8583-F095D5E7463A}"/>
          </ac:spMkLst>
        </pc:spChg>
      </pc:sldChg>
      <pc:sldChg chg="modSp mod modAnim">
        <pc:chgData name="aniketk6664@gmail.com" userId="31436b212ba7cff0" providerId="LiveId" clId="{2D8EC640-9F9C-4242-8FFC-424921E7CBA9}" dt="2026-09-09T13:47:04.055" v="122" actId="14100"/>
        <pc:sldMkLst>
          <pc:docMk/>
          <pc:sldMk cId="1604013440" sldId="338"/>
        </pc:sldMkLst>
        <pc:spChg chg="mod">
          <ac:chgData name="aniketk6664@gmail.com" userId="31436b212ba7cff0" providerId="LiveId" clId="{2D8EC640-9F9C-4242-8FFC-424921E7CBA9}" dt="2026-09-09T13:41:47.498" v="105" actId="1076"/>
          <ac:spMkLst>
            <pc:docMk/>
            <pc:sldMk cId="1604013440" sldId="338"/>
            <ac:spMk id="2" creationId="{7201737A-B873-4D1D-8A41-5ABF5184BC8F}"/>
          </ac:spMkLst>
        </pc:spChg>
        <pc:spChg chg="mod">
          <ac:chgData name="aniketk6664@gmail.com" userId="31436b212ba7cff0" providerId="LiveId" clId="{2D8EC640-9F9C-4242-8FFC-424921E7CBA9}" dt="2026-09-09T13:43:00.353" v="118" actId="20577"/>
          <ac:spMkLst>
            <pc:docMk/>
            <pc:sldMk cId="1604013440" sldId="338"/>
            <ac:spMk id="3" creationId="{17F04107-8754-E47D-3375-529E689711FA}"/>
          </ac:spMkLst>
        </pc:spChg>
        <pc:spChg chg="mod">
          <ac:chgData name="aniketk6664@gmail.com" userId="31436b212ba7cff0" providerId="LiveId" clId="{2D8EC640-9F9C-4242-8FFC-424921E7CBA9}" dt="2026-09-09T13:47:04.055" v="122" actId="14100"/>
          <ac:spMkLst>
            <pc:docMk/>
            <pc:sldMk cId="1604013440" sldId="338"/>
            <ac:spMk id="4" creationId="{92056599-CDAA-4367-BEF8-31D6E32518C8}"/>
          </ac:spMkLst>
        </pc:spChg>
      </pc:sldChg>
      <pc:sldChg chg="addSp delSp modSp mod ord">
        <pc:chgData name="aniketk6664@gmail.com" userId="31436b212ba7cff0" providerId="LiveId" clId="{2D8EC640-9F9C-4242-8FFC-424921E7CBA9}" dt="2026-09-09T15:59:02.640" v="1130" actId="1038"/>
        <pc:sldMkLst>
          <pc:docMk/>
          <pc:sldMk cId="1086225493" sldId="339"/>
        </pc:sldMkLst>
        <pc:spChg chg="add del">
          <ac:chgData name="aniketk6664@gmail.com" userId="31436b212ba7cff0" providerId="LiveId" clId="{2D8EC640-9F9C-4242-8FFC-424921E7CBA9}" dt="2026-09-09T14:54:00.764" v="210"/>
          <ac:spMkLst>
            <pc:docMk/>
            <pc:sldMk cId="1086225493" sldId="339"/>
            <ac:spMk id="2" creationId="{9382AA27-685A-455A-AEE3-A87971270A79}"/>
          </ac:spMkLst>
        </pc:spChg>
        <pc:spChg chg="add mod">
          <ac:chgData name="aniketk6664@gmail.com" userId="31436b212ba7cff0" providerId="LiveId" clId="{2D8EC640-9F9C-4242-8FFC-424921E7CBA9}" dt="2026-09-09T15:59:02.640" v="1130" actId="1038"/>
          <ac:spMkLst>
            <pc:docMk/>
            <pc:sldMk cId="1086225493" sldId="339"/>
            <ac:spMk id="3" creationId="{D43CE786-4563-47E5-A744-FE3C119B7E27}"/>
          </ac:spMkLst>
        </pc:spChg>
        <pc:spChg chg="add mod">
          <ac:chgData name="aniketk6664@gmail.com" userId="31436b212ba7cff0" providerId="LiveId" clId="{2D8EC640-9F9C-4242-8FFC-424921E7CBA9}" dt="2026-09-09T15:56:35.643" v="1074" actId="1036"/>
          <ac:spMkLst>
            <pc:docMk/>
            <pc:sldMk cId="1086225493" sldId="339"/>
            <ac:spMk id="10" creationId="{6B0DBFFE-EDB2-4BE9-B42D-93EA2E616602}"/>
          </ac:spMkLst>
        </pc:spChg>
        <pc:picChg chg="add mod">
          <ac:chgData name="aniketk6664@gmail.com" userId="31436b212ba7cff0" providerId="LiveId" clId="{2D8EC640-9F9C-4242-8FFC-424921E7CBA9}" dt="2026-09-09T15:54:34.652" v="941" actId="14100"/>
          <ac:picMkLst>
            <pc:docMk/>
            <pc:sldMk cId="1086225493" sldId="339"/>
            <ac:picMk id="3075" creationId="{CF6791A0-87B2-4D20-B541-22B365247EA1}"/>
          </ac:picMkLst>
        </pc:picChg>
      </pc:sldChg>
      <pc:sldChg chg="addSp delSp modSp mod ord delAnim">
        <pc:chgData name="aniketk6664@gmail.com" userId="31436b212ba7cff0" providerId="LiveId" clId="{2D8EC640-9F9C-4242-8FFC-424921E7CBA9}" dt="2026-09-09T16:00:46.245" v="1319" actId="20577"/>
        <pc:sldMkLst>
          <pc:docMk/>
          <pc:sldMk cId="3849627828" sldId="340"/>
        </pc:sldMkLst>
        <pc:spChg chg="add del mod">
          <ac:chgData name="aniketk6664@gmail.com" userId="31436b212ba7cff0" providerId="LiveId" clId="{2D8EC640-9F9C-4242-8FFC-424921E7CBA9}" dt="2026-09-09T15:50:02.123" v="805" actId="478"/>
          <ac:spMkLst>
            <pc:docMk/>
            <pc:sldMk cId="3849627828" sldId="340"/>
            <ac:spMk id="3" creationId="{0A30F8A6-4B32-45A3-A4C0-98A5059C4999}"/>
          </ac:spMkLst>
        </pc:spChg>
        <pc:spChg chg="del">
          <ac:chgData name="aniketk6664@gmail.com" userId="31436b212ba7cff0" providerId="LiveId" clId="{2D8EC640-9F9C-4242-8FFC-424921E7CBA9}" dt="2026-09-09T15:49:58.955" v="804" actId="21"/>
          <ac:spMkLst>
            <pc:docMk/>
            <pc:sldMk cId="3849627828" sldId="340"/>
            <ac:spMk id="10" creationId="{3A64DB11-806F-1A4C-E0D5-D745D29CED50}"/>
          </ac:spMkLst>
        </pc:spChg>
        <pc:spChg chg="add mod">
          <ac:chgData name="aniketk6664@gmail.com" userId="31436b212ba7cff0" providerId="LiveId" clId="{2D8EC640-9F9C-4242-8FFC-424921E7CBA9}" dt="2026-09-09T16:00:46.245" v="1319" actId="20577"/>
          <ac:spMkLst>
            <pc:docMk/>
            <pc:sldMk cId="3849627828" sldId="340"/>
            <ac:spMk id="11" creationId="{4E32207D-AA48-49B2-84F8-5A562DF91C98}"/>
          </ac:spMkLst>
        </pc:spChg>
        <pc:spChg chg="add del">
          <ac:chgData name="aniketk6664@gmail.com" userId="31436b212ba7cff0" providerId="LiveId" clId="{2D8EC640-9F9C-4242-8FFC-424921E7CBA9}" dt="2026-09-09T15:51:56.780" v="831"/>
          <ac:spMkLst>
            <pc:docMk/>
            <pc:sldMk cId="3849627828" sldId="340"/>
            <ac:spMk id="12" creationId="{78B9B895-401A-400B-85E3-A5A7B373669C}"/>
          </ac:spMkLst>
        </pc:spChg>
        <pc:spChg chg="add del">
          <ac:chgData name="aniketk6664@gmail.com" userId="31436b212ba7cff0" providerId="LiveId" clId="{2D8EC640-9F9C-4242-8FFC-424921E7CBA9}" dt="2026-09-09T15:51:39.550" v="828" actId="22"/>
          <ac:spMkLst>
            <pc:docMk/>
            <pc:sldMk cId="3849627828" sldId="340"/>
            <ac:spMk id="13" creationId="{E7FF902B-416C-4640-8551-C703BF87783F}"/>
          </ac:spMkLst>
        </pc:spChg>
        <pc:spChg chg="add mod">
          <ac:chgData name="aniketk6664@gmail.com" userId="31436b212ba7cff0" providerId="LiveId" clId="{2D8EC640-9F9C-4242-8FFC-424921E7CBA9}" dt="2026-09-09T15:59:52.140" v="1168" actId="1076"/>
          <ac:spMkLst>
            <pc:docMk/>
            <pc:sldMk cId="3849627828" sldId="340"/>
            <ac:spMk id="14" creationId="{968AF814-B8F4-4071-A73C-C51AD4B5BE54}"/>
          </ac:spMkLst>
        </pc:spChg>
        <pc:picChg chg="add mod">
          <ac:chgData name="aniketk6664@gmail.com" userId="31436b212ba7cff0" providerId="LiveId" clId="{2D8EC640-9F9C-4242-8FFC-424921E7CBA9}" dt="2026-09-09T16:00:35.896" v="1292" actId="14100"/>
          <ac:picMkLst>
            <pc:docMk/>
            <pc:sldMk cId="3849627828" sldId="340"/>
            <ac:picMk id="7170" creationId="{F7FD715F-0C38-449B-9D99-48015AEB0B43}"/>
          </ac:picMkLst>
        </pc:picChg>
      </pc:sldChg>
      <pc:sldChg chg="addSp delSp modSp mod">
        <pc:chgData name="aniketk6664@gmail.com" userId="31436b212ba7cff0" providerId="LiveId" clId="{2D8EC640-9F9C-4242-8FFC-424921E7CBA9}" dt="2026-09-09T15:05:40.284" v="418" actId="1036"/>
        <pc:sldMkLst>
          <pc:docMk/>
          <pc:sldMk cId="776828144" sldId="341"/>
        </pc:sldMkLst>
        <pc:spChg chg="add del mod">
          <ac:chgData name="aniketk6664@gmail.com" userId="31436b212ba7cff0" providerId="LiveId" clId="{2D8EC640-9F9C-4242-8FFC-424921E7CBA9}" dt="2026-09-09T14:55:06.762" v="220"/>
          <ac:spMkLst>
            <pc:docMk/>
            <pc:sldMk cId="776828144" sldId="341"/>
            <ac:spMk id="2" creationId="{0BAE252C-BB59-40B7-8401-FEB2EE3A3F95}"/>
          </ac:spMkLst>
        </pc:spChg>
        <pc:spChg chg="add del mod">
          <ac:chgData name="aniketk6664@gmail.com" userId="31436b212ba7cff0" providerId="LiveId" clId="{2D8EC640-9F9C-4242-8FFC-424921E7CBA9}" dt="2026-09-09T14:56:29.363" v="227" actId="478"/>
          <ac:spMkLst>
            <pc:docMk/>
            <pc:sldMk cId="776828144" sldId="341"/>
            <ac:spMk id="3" creationId="{0DD67AE9-F863-4349-B5B1-D71C30ADA8CC}"/>
          </ac:spMkLst>
        </pc:spChg>
        <pc:spChg chg="mod">
          <ac:chgData name="aniketk6664@gmail.com" userId="31436b212ba7cff0" providerId="LiveId" clId="{2D8EC640-9F9C-4242-8FFC-424921E7CBA9}" dt="2026-09-09T15:05:40.284" v="418" actId="1036"/>
          <ac:spMkLst>
            <pc:docMk/>
            <pc:sldMk cId="776828144" sldId="341"/>
            <ac:spMk id="4" creationId="{9B097C2C-D75A-31D4-CD9F-366F39CDE51D}"/>
          </ac:spMkLst>
        </pc:spChg>
        <pc:spChg chg="add del">
          <ac:chgData name="aniketk6664@gmail.com" userId="31436b212ba7cff0" providerId="LiveId" clId="{2D8EC640-9F9C-4242-8FFC-424921E7CBA9}" dt="2026-09-09T14:56:29.363" v="227" actId="478"/>
          <ac:spMkLst>
            <pc:docMk/>
            <pc:sldMk cId="776828144" sldId="341"/>
            <ac:spMk id="6" creationId="{53F7628C-4EF9-45F3-9049-6A70F96D71F8}"/>
          </ac:spMkLst>
        </pc:spChg>
        <pc:spChg chg="add mod">
          <ac:chgData name="aniketk6664@gmail.com" userId="31436b212ba7cff0" providerId="LiveId" clId="{2D8EC640-9F9C-4242-8FFC-424921E7CBA9}" dt="2026-09-09T15:05:16.706" v="409" actId="1035"/>
          <ac:spMkLst>
            <pc:docMk/>
            <pc:sldMk cId="776828144" sldId="341"/>
            <ac:spMk id="9" creationId="{B4146EB7-C24C-4529-A417-8892E16F9A15}"/>
          </ac:spMkLst>
        </pc:spChg>
      </pc:sldChg>
      <pc:sldChg chg="modSp mod">
        <pc:chgData name="aniketk6664@gmail.com" userId="31436b212ba7cff0" providerId="LiveId" clId="{2D8EC640-9F9C-4242-8FFC-424921E7CBA9}" dt="2026-09-09T16:02:26.299" v="1326" actId="14100"/>
        <pc:sldMkLst>
          <pc:docMk/>
          <pc:sldMk cId="3863610428" sldId="342"/>
        </pc:sldMkLst>
        <pc:spChg chg="mod">
          <ac:chgData name="aniketk6664@gmail.com" userId="31436b212ba7cff0" providerId="LiveId" clId="{2D8EC640-9F9C-4242-8FFC-424921E7CBA9}" dt="2026-09-09T16:02:26.299" v="1326" actId="14100"/>
          <ac:spMkLst>
            <pc:docMk/>
            <pc:sldMk cId="3863610428" sldId="342"/>
            <ac:spMk id="3" creationId="{5F0B37E4-66B1-8633-7266-68B321742757}"/>
          </ac:spMkLst>
        </pc:spChg>
      </pc:sldChg>
      <pc:sldChg chg="addSp modSp mod">
        <pc:chgData name="aniketk6664@gmail.com" userId="31436b212ba7cff0" providerId="LiveId" clId="{2D8EC640-9F9C-4242-8FFC-424921E7CBA9}" dt="2026-09-08T11:30:46.143" v="6" actId="14100"/>
        <pc:sldMkLst>
          <pc:docMk/>
          <pc:sldMk cId="3962802212" sldId="343"/>
        </pc:sldMkLst>
        <pc:picChg chg="add mod">
          <ac:chgData name="aniketk6664@gmail.com" userId="31436b212ba7cff0" providerId="LiveId" clId="{2D8EC640-9F9C-4242-8FFC-424921E7CBA9}" dt="2026-09-08T11:30:46.143" v="6" actId="14100"/>
          <ac:picMkLst>
            <pc:docMk/>
            <pc:sldMk cId="3962802212" sldId="343"/>
            <ac:picMk id="3" creationId="{26870C0D-2266-4DF8-8761-B9E1B0B5BFA2}"/>
          </ac:picMkLst>
        </pc:picChg>
      </pc:sldChg>
      <pc:sldChg chg="addSp delSp modSp mod delAnim modAnim">
        <pc:chgData name="aniketk6664@gmail.com" userId="31436b212ba7cff0" providerId="LiveId" clId="{2D8EC640-9F9C-4242-8FFC-424921E7CBA9}" dt="2026-09-09T16:01:11.960" v="1324" actId="113"/>
        <pc:sldMkLst>
          <pc:docMk/>
          <pc:sldMk cId="1698901770" sldId="344"/>
        </pc:sldMkLst>
        <pc:spChg chg="add mod">
          <ac:chgData name="aniketk6664@gmail.com" userId="31436b212ba7cff0" providerId="LiveId" clId="{2D8EC640-9F9C-4242-8FFC-424921E7CBA9}" dt="2026-09-09T15:57:46.759" v="1090" actId="1076"/>
          <ac:spMkLst>
            <pc:docMk/>
            <pc:sldMk cId="1698901770" sldId="344"/>
            <ac:spMk id="2" creationId="{F5153882-6045-43A6-9014-0E3655F8B1AA}"/>
          </ac:spMkLst>
        </pc:spChg>
        <pc:spChg chg="add del mod">
          <ac:chgData name="aniketk6664@gmail.com" userId="31436b212ba7cff0" providerId="LiveId" clId="{2D8EC640-9F9C-4242-8FFC-424921E7CBA9}" dt="2026-09-09T15:30:03.159" v="514" actId="478"/>
          <ac:spMkLst>
            <pc:docMk/>
            <pc:sldMk cId="1698901770" sldId="344"/>
            <ac:spMk id="3" creationId="{45984051-F5C4-4DE0-B779-7406BF4F2F7E}"/>
          </ac:spMkLst>
        </pc:spChg>
        <pc:spChg chg="add del">
          <ac:chgData name="aniketk6664@gmail.com" userId="31436b212ba7cff0" providerId="LiveId" clId="{2D8EC640-9F9C-4242-8FFC-424921E7CBA9}" dt="2026-09-09T15:29:52.810" v="509"/>
          <ac:spMkLst>
            <pc:docMk/>
            <pc:sldMk cId="1698901770" sldId="344"/>
            <ac:spMk id="6" creationId="{E47142A4-9A84-410A-96E6-69E55B592BA8}"/>
          </ac:spMkLst>
        </pc:spChg>
        <pc:spChg chg="add mod">
          <ac:chgData name="aniketk6664@gmail.com" userId="31436b212ba7cff0" providerId="LiveId" clId="{2D8EC640-9F9C-4242-8FFC-424921E7CBA9}" dt="2026-09-09T16:01:11.960" v="1324" actId="113"/>
          <ac:spMkLst>
            <pc:docMk/>
            <pc:sldMk cId="1698901770" sldId="344"/>
            <ac:spMk id="9" creationId="{AA4533F5-499E-4F28-8A71-17E69B0AA882}"/>
          </ac:spMkLst>
        </pc:spChg>
        <pc:spChg chg="del mod">
          <ac:chgData name="aniketk6664@gmail.com" userId="31436b212ba7cff0" providerId="LiveId" clId="{2D8EC640-9F9C-4242-8FFC-424921E7CBA9}" dt="2026-09-09T15:21:08.746" v="494" actId="21"/>
          <ac:spMkLst>
            <pc:docMk/>
            <pc:sldMk cId="1698901770" sldId="344"/>
            <ac:spMk id="10" creationId="{B6E3B1C7-6A8B-23EE-6251-DC1067C6ADE9}"/>
          </ac:spMkLst>
        </pc:spChg>
        <pc:picChg chg="add mod">
          <ac:chgData name="aniketk6664@gmail.com" userId="31436b212ba7cff0" providerId="LiveId" clId="{2D8EC640-9F9C-4242-8FFC-424921E7CBA9}" dt="2026-09-09T15:39:04.766" v="595" actId="1036"/>
          <ac:picMkLst>
            <pc:docMk/>
            <pc:sldMk cId="1698901770" sldId="344"/>
            <ac:picMk id="4098" creationId="{3FF3D645-70E8-47D4-B3AF-7509D486ABDB}"/>
          </ac:picMkLst>
        </pc:picChg>
        <pc:picChg chg="add del">
          <ac:chgData name="aniketk6664@gmail.com" userId="31436b212ba7cff0" providerId="LiveId" clId="{2D8EC640-9F9C-4242-8FFC-424921E7CBA9}" dt="2026-09-09T15:20:54.966" v="491"/>
          <ac:picMkLst>
            <pc:docMk/>
            <pc:sldMk cId="1698901770" sldId="344"/>
            <ac:picMk id="4100" creationId="{90509A29-9E66-4572-8EB4-86BB6699E634}"/>
          </ac:picMkLst>
        </pc:picChg>
      </pc:sldChg>
      <pc:sldChg chg="addSp delSp modSp mod delAnim">
        <pc:chgData name="aniketk6664@gmail.com" userId="31436b212ba7cff0" providerId="LiveId" clId="{2D8EC640-9F9C-4242-8FFC-424921E7CBA9}" dt="2026-09-09T15:57:22.398" v="1076" actId="12"/>
        <pc:sldMkLst>
          <pc:docMk/>
          <pc:sldMk cId="1903979828" sldId="345"/>
        </pc:sldMkLst>
        <pc:spChg chg="add mod">
          <ac:chgData name="aniketk6664@gmail.com" userId="31436b212ba7cff0" providerId="LiveId" clId="{2D8EC640-9F9C-4242-8FFC-424921E7CBA9}" dt="2026-09-09T15:40:30.439" v="620" actId="1076"/>
          <ac:spMkLst>
            <pc:docMk/>
            <pc:sldMk cId="1903979828" sldId="345"/>
            <ac:spMk id="2" creationId="{B4CF60BC-8E59-4ECA-AAD4-4732008043E2}"/>
          </ac:spMkLst>
        </pc:spChg>
        <pc:spChg chg="add mod">
          <ac:chgData name="aniketk6664@gmail.com" userId="31436b212ba7cff0" providerId="LiveId" clId="{2D8EC640-9F9C-4242-8FFC-424921E7CBA9}" dt="2026-09-09T15:57:22.398" v="1076" actId="12"/>
          <ac:spMkLst>
            <pc:docMk/>
            <pc:sldMk cId="1903979828" sldId="345"/>
            <ac:spMk id="3" creationId="{838D46AA-F700-4CA4-ABD9-0C37B2F8339C}"/>
          </ac:spMkLst>
        </pc:spChg>
        <pc:spChg chg="add del mod">
          <ac:chgData name="aniketk6664@gmail.com" userId="31436b212ba7cff0" providerId="LiveId" clId="{2D8EC640-9F9C-4242-8FFC-424921E7CBA9}" dt="2026-09-09T15:36:11.526" v="535" actId="21"/>
          <ac:spMkLst>
            <pc:docMk/>
            <pc:sldMk cId="1903979828" sldId="345"/>
            <ac:spMk id="9" creationId="{C41301C8-1A60-402B-AD9C-3C30DCF159B7}"/>
          </ac:spMkLst>
        </pc:spChg>
        <pc:spChg chg="del">
          <ac:chgData name="aniketk6664@gmail.com" userId="31436b212ba7cff0" providerId="LiveId" clId="{2D8EC640-9F9C-4242-8FFC-424921E7CBA9}" dt="2026-09-09T15:36:04.624" v="534" actId="21"/>
          <ac:spMkLst>
            <pc:docMk/>
            <pc:sldMk cId="1903979828" sldId="345"/>
            <ac:spMk id="10" creationId="{2B7B89A1-9444-8322-CADC-42D31D698FA8}"/>
          </ac:spMkLst>
        </pc:spChg>
        <pc:picChg chg="add mod">
          <ac:chgData name="aniketk6664@gmail.com" userId="31436b212ba7cff0" providerId="LiveId" clId="{2D8EC640-9F9C-4242-8FFC-424921E7CBA9}" dt="2026-09-09T15:39:12.412" v="606" actId="1036"/>
          <ac:picMkLst>
            <pc:docMk/>
            <pc:sldMk cId="1903979828" sldId="345"/>
            <ac:picMk id="5122" creationId="{D4B05C21-0CAC-4156-B476-286DD1D64039}"/>
          </ac:picMkLst>
        </pc:picChg>
      </pc:sldChg>
      <pc:sldChg chg="addSp delSp modSp mod delAnim">
        <pc:chgData name="aniketk6664@gmail.com" userId="31436b212ba7cff0" providerId="LiveId" clId="{2D8EC640-9F9C-4242-8FFC-424921E7CBA9}" dt="2026-09-09T15:58:42.659" v="1109" actId="1037"/>
        <pc:sldMkLst>
          <pc:docMk/>
          <pc:sldMk cId="1421522261" sldId="346"/>
        </pc:sldMkLst>
        <pc:spChg chg="add mod">
          <ac:chgData name="aniketk6664@gmail.com" userId="31436b212ba7cff0" providerId="LiveId" clId="{2D8EC640-9F9C-4242-8FFC-424921E7CBA9}" dt="2026-09-09T15:58:12.795" v="1092" actId="12"/>
          <ac:spMkLst>
            <pc:docMk/>
            <pc:sldMk cId="1421522261" sldId="346"/>
            <ac:spMk id="3" creationId="{5FBAC154-EE67-476A-B768-734AB93ED00E}"/>
          </ac:spMkLst>
        </pc:spChg>
        <pc:spChg chg="add mod">
          <ac:chgData name="aniketk6664@gmail.com" userId="31436b212ba7cff0" providerId="LiveId" clId="{2D8EC640-9F9C-4242-8FFC-424921E7CBA9}" dt="2026-09-09T15:58:42.659" v="1109" actId="1037"/>
          <ac:spMkLst>
            <pc:docMk/>
            <pc:sldMk cId="1421522261" sldId="346"/>
            <ac:spMk id="9" creationId="{72755B33-F5F9-45B1-BCF5-1BD75CCA2508}"/>
          </ac:spMkLst>
        </pc:spChg>
        <pc:spChg chg="del">
          <ac:chgData name="aniketk6664@gmail.com" userId="31436b212ba7cff0" providerId="LiveId" clId="{2D8EC640-9F9C-4242-8FFC-424921E7CBA9}" dt="2026-09-09T15:41:02.849" v="624" actId="21"/>
          <ac:spMkLst>
            <pc:docMk/>
            <pc:sldMk cId="1421522261" sldId="346"/>
            <ac:spMk id="10" creationId="{F85C769B-425A-FE3B-E47A-3B747985DC52}"/>
          </ac:spMkLst>
        </pc:spChg>
        <pc:spChg chg="add del mod">
          <ac:chgData name="aniketk6664@gmail.com" userId="31436b212ba7cff0" providerId="LiveId" clId="{2D8EC640-9F9C-4242-8FFC-424921E7CBA9}" dt="2026-09-09T15:41:07.243" v="625" actId="21"/>
          <ac:spMkLst>
            <pc:docMk/>
            <pc:sldMk cId="1421522261" sldId="346"/>
            <ac:spMk id="11" creationId="{B6E7D7C7-F0E4-47CA-A787-ADA44FDF9060}"/>
          </ac:spMkLst>
        </pc:spChg>
        <pc:picChg chg="add mod">
          <ac:chgData name="aniketk6664@gmail.com" userId="31436b212ba7cff0" providerId="LiveId" clId="{2D8EC640-9F9C-4242-8FFC-424921E7CBA9}" dt="2026-09-09T15:43:38.937" v="713" actId="14100"/>
          <ac:picMkLst>
            <pc:docMk/>
            <pc:sldMk cId="1421522261" sldId="346"/>
            <ac:picMk id="6146" creationId="{AAF63574-7848-463B-9347-917FCA916524}"/>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9/9/2026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9/9/2026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9/9/2026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9/9/2026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9/9/2026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675957" y="3649617"/>
            <a:ext cx="5835063" cy="861497"/>
          </a:xfrm>
        </p:spPr>
        <p:txBody>
          <a:bodyPr vert="horz" lIns="91440" tIns="45720" rIns="91440" bIns="45720" rtlCol="0" anchor="t">
            <a:normAutofit/>
          </a:bodyPr>
          <a:lstStyle/>
          <a:p>
            <a:pPr algn="just"/>
            <a:r>
              <a:rPr lang="en-US" b="0" dirty="0">
                <a:solidFill>
                  <a:schemeClr val="tx1"/>
                </a:solidFill>
              </a:rPr>
              <a:t>[Aniket Kumar</a:t>
            </a:r>
            <a:endParaRPr lang="en-IN" b="0" dirty="0">
              <a:solidFill>
                <a:schemeClr val="tx1"/>
              </a:solidFill>
            </a:endParaRPr>
          </a:p>
          <a:p>
            <a:pPr algn="just"/>
            <a:r>
              <a:rPr lang="en-US" b="0" dirty="0">
                <a:solidFill>
                  <a:schemeClr val="tx1"/>
                </a:solidFill>
              </a:rPr>
              <a:t>Maharaja </a:t>
            </a:r>
            <a:r>
              <a:rPr lang="en-US" b="0" dirty="0" err="1">
                <a:solidFill>
                  <a:schemeClr val="tx1"/>
                </a:solidFill>
              </a:rPr>
              <a:t>Surajmal</a:t>
            </a:r>
            <a:r>
              <a:rPr lang="en-US" b="0" dirty="0">
                <a:solidFill>
                  <a:schemeClr val="tx1"/>
                </a:solidFill>
              </a:rPr>
              <a:t> Institute Of Technology ]</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8364" y="2844750"/>
            <a:ext cx="9864130" cy="743448"/>
          </a:xfrm>
        </p:spPr>
        <p:txBody>
          <a:bodyPr>
            <a:normAutofit fontScale="90000"/>
          </a:bodyPr>
          <a:lstStyle/>
          <a:p>
            <a:r>
              <a:rPr lang="en-GB" sz="3200" dirty="0"/>
              <a:t>Project Title - </a:t>
            </a:r>
            <a:r>
              <a:rPr lang="en-IN" sz="3200" dirty="0"/>
              <a:t>Seasonal Agriculture Performance Analysis</a:t>
            </a:r>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675956" y="4572533"/>
            <a:ext cx="5590373" cy="369332"/>
          </a:xfrm>
          <a:prstGeom prst="rect">
            <a:avLst/>
          </a:prstGeom>
          <a:noFill/>
        </p:spPr>
        <p:txBody>
          <a:bodyPr wrap="square" rtlCol="0">
            <a:spAutoFit/>
          </a:bodyPr>
          <a:lstStyle/>
          <a:p>
            <a:r>
              <a:rPr lang="en-US" b="1" dirty="0"/>
              <a:t>AICTE STU ID : ( </a:t>
            </a:r>
            <a:r>
              <a:rPr lang="en-IN" dirty="0"/>
              <a:t>STU665dbb1ca34551717418780 </a:t>
            </a:r>
            <a:r>
              <a:rPr lang="en-US" b="1" dirty="0"/>
              <a:t>)</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754602" y="1983133"/>
            <a:ext cx="6995604" cy="3607987"/>
          </a:xfrm>
        </p:spPr>
        <p:txBody>
          <a:bodyPr vert="horz" lIns="91440" tIns="45720" rIns="91440" bIns="45720" rtlCol="0" anchor="t">
            <a:normAutofit fontScale="70000" lnSpcReduction="20000"/>
          </a:bodyPr>
          <a:lstStyle/>
          <a:p>
            <a:pPr algn="just">
              <a:lnSpc>
                <a:spcPct val="100000"/>
              </a:lnSpc>
            </a:pPr>
            <a:r>
              <a:rPr lang="en-US" sz="2800"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rmAutofit fontScale="90000"/>
          </a:bodyPr>
          <a:lstStyle/>
          <a:p>
            <a:r>
              <a:rPr lang="en-GB" dirty="0"/>
              <a:t>Project Description</a:t>
            </a:r>
            <a:br>
              <a:rPr lang="en-GB" dirty="0"/>
            </a:b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2" name="TextBox 1">
            <a:extLst>
              <a:ext uri="{FF2B5EF4-FFF2-40B4-BE49-F238E27FC236}">
                <a16:creationId xmlns:a16="http://schemas.microsoft.com/office/drawing/2014/main" id="{066A920E-88D7-4819-994D-F17DFDD4A9FE}"/>
              </a:ext>
            </a:extLst>
          </p:cNvPr>
          <p:cNvSpPr txBox="1"/>
          <p:nvPr/>
        </p:nvSpPr>
        <p:spPr>
          <a:xfrm>
            <a:off x="675956" y="1963270"/>
            <a:ext cx="8512867" cy="4093428"/>
          </a:xfrm>
          <a:prstGeom prst="rect">
            <a:avLst/>
          </a:prstGeom>
          <a:noFill/>
        </p:spPr>
        <p:txBody>
          <a:bodyPr wrap="square" rtlCol="0">
            <a:spAutoFit/>
          </a:bodyPr>
          <a:lstStyle/>
          <a:p>
            <a:pPr marL="342900" indent="-342900" algn="just">
              <a:buClr>
                <a:schemeClr val="accent4"/>
              </a:buClr>
              <a:buFont typeface="Wingdings" panose="05000000000000000000" pitchFamily="2" charset="2"/>
              <a:buChar char="§"/>
            </a:pPr>
            <a:r>
              <a:rPr lang="en-IN" sz="2000" b="1" dirty="0"/>
              <a:t>Overview:</a:t>
            </a:r>
            <a:r>
              <a:rPr lang="en-IN" sz="2000" dirty="0"/>
              <a:t> A data analytics study evaluating agricultural performance across </a:t>
            </a:r>
            <a:r>
              <a:rPr lang="en-IN" sz="2000" b="1" dirty="0"/>
              <a:t>4,000 farm records</a:t>
            </a:r>
            <a:r>
              <a:rPr lang="en-IN" sz="2000" dirty="0"/>
              <a:t> spanning Kharif, Rabi, and Zaid seasons.</a:t>
            </a:r>
          </a:p>
          <a:p>
            <a:pPr marL="342900" indent="-342900" algn="just">
              <a:buClr>
                <a:schemeClr val="accent4"/>
              </a:buClr>
              <a:buFont typeface="Wingdings" panose="05000000000000000000" pitchFamily="2" charset="2"/>
              <a:buChar char="§"/>
            </a:pPr>
            <a:r>
              <a:rPr lang="en-IN" sz="2000" b="1" dirty="0"/>
              <a:t>Scope &amp; Dimensions:</a:t>
            </a:r>
            <a:r>
              <a:rPr lang="en-IN" sz="2000" dirty="0"/>
              <a:t> </a:t>
            </a:r>
            <a:r>
              <a:rPr lang="en-US" sz="2000" dirty="0"/>
              <a:t>An analysis of 28 features included environmental conditions like rainfall, temperature, and humidity; farming inputs such as fertilizers, pesticides, and irrigation methods; crop productivity metrics like yield and total production; and financial outcomes including cost, revenue, and net profit.</a:t>
            </a:r>
          </a:p>
          <a:p>
            <a:pPr marL="342900" indent="-342900" algn="just">
              <a:buClr>
                <a:schemeClr val="accent4"/>
              </a:buClr>
              <a:buFont typeface="Wingdings" panose="05000000000000000000" pitchFamily="2" charset="2"/>
              <a:buChar char="§"/>
            </a:pPr>
            <a:r>
              <a:rPr lang="en-IN" sz="2000" b="1" dirty="0"/>
              <a:t>Data Processing:</a:t>
            </a:r>
            <a:r>
              <a:rPr lang="en-IN" sz="2000" dirty="0"/>
              <a:t> Handled missing values using median imputation across environmental and yield metrics, examined distribution skewness, and evaluated extreme outliers using IQR boundaries.</a:t>
            </a:r>
          </a:p>
          <a:p>
            <a:pPr marL="342900" indent="-342900" algn="just">
              <a:buClr>
                <a:schemeClr val="accent4"/>
              </a:buClr>
              <a:buFont typeface="Wingdings" panose="05000000000000000000" pitchFamily="2" charset="2"/>
              <a:buChar char="§"/>
            </a:pPr>
            <a:r>
              <a:rPr lang="en-IN" sz="2000" b="1" dirty="0"/>
              <a:t>Analytical Approach:</a:t>
            </a:r>
            <a:r>
              <a:rPr lang="en-IN" sz="2000" dirty="0"/>
              <a:t> Applied univariate distributions, bivariate comparisons, multivariate interactions, and correlation analysis to uncover seasonal efficiency and profitability drivers.</a:t>
            </a:r>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a:normAutofit fontScale="55000" lnSpcReduction="20000"/>
          </a:bodyPr>
          <a:lstStyle/>
          <a:p>
            <a:pPr algn="just"/>
            <a:r>
              <a:rPr lang="en-US" sz="3600" b="1" dirty="0"/>
              <a:t>Farmers &amp; Farm Producers:</a:t>
            </a:r>
            <a:r>
              <a:rPr lang="en-US" sz="3600" dirty="0"/>
              <a:t> To make informed decisions on crop selection based on seasonal input costs, expected yields, and actual profit margins rather than focusing solely on volume.</a:t>
            </a:r>
          </a:p>
          <a:p>
            <a:pPr algn="just"/>
            <a:r>
              <a:rPr lang="en-US" sz="3600" b="1" dirty="0"/>
              <a:t>Agricultural Extension Officers &amp; Agronomists:</a:t>
            </a:r>
            <a:r>
              <a:rPr lang="en-US" sz="3600" dirty="0"/>
              <a:t> To guide rural communities on optimal irrigation methods such as drip vs. flood and disease risk management during high-humidity seasons.</a:t>
            </a:r>
          </a:p>
          <a:p>
            <a:pPr algn="just"/>
            <a:r>
              <a:rPr lang="en-US" sz="3600" b="1" dirty="0"/>
              <a:t>Agri-Policy Makers &amp; Planners:</a:t>
            </a:r>
            <a:r>
              <a:rPr lang="en-US" sz="3600" dirty="0"/>
              <a:t> To structure regional input subsidies, water conservation policies, and seasonal credit programs for vulnerable crops and dry cycles like Zaid.</a:t>
            </a:r>
          </a:p>
          <a:p>
            <a:pPr algn="just"/>
            <a:r>
              <a:rPr lang="en-US" sz="3600" b="1" dirty="0"/>
              <a:t>Agricultural Supply Chain &amp; Commodity Traders:</a:t>
            </a:r>
            <a:r>
              <a:rPr lang="en-US" sz="3600" dirty="0"/>
              <a:t> To anticipate seasonal production volumes, yield shifts, and pricing dynamics across staple grains and commercial crops.</a:t>
            </a:r>
          </a:p>
          <a:p>
            <a:pPr algn="just">
              <a:lnSpc>
                <a:spcPct val="150000"/>
              </a:lnSpc>
            </a:pPr>
            <a:endParaRPr lang="en-IN" sz="3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
        <p:nvSpPr>
          <p:cNvPr id="3" name="Rectangle 1">
            <a:extLst>
              <a:ext uri="{FF2B5EF4-FFF2-40B4-BE49-F238E27FC236}">
                <a16:creationId xmlns:a16="http://schemas.microsoft.com/office/drawing/2014/main" id="{52D6DA4B-726F-4F94-8D37-7A76287E381B}"/>
              </a:ext>
            </a:extLst>
          </p:cNvPr>
          <p:cNvSpPr>
            <a:spLocks noGrp="1" noChangeArrowheads="1"/>
          </p:cNvSpPr>
          <p:nvPr>
            <p:ph type="body" sz="quarter" idx="12"/>
          </p:nvPr>
        </p:nvSpPr>
        <p:spPr bwMode="auto">
          <a:xfrm>
            <a:off x="660399" y="1551486"/>
            <a:ext cx="5758308"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rPr>
              <a:t>Programming Language:</a:t>
            </a:r>
            <a:r>
              <a:rPr kumimoji="0" lang="en-US" altLang="en-US" b="0" i="0" u="none" strike="noStrike" cap="none" normalizeH="0" baseline="0" dirty="0">
                <a:ln>
                  <a:noFill/>
                </a:ln>
                <a:solidFill>
                  <a:schemeClr val="tx1"/>
                </a:solidFill>
                <a:effectLst/>
              </a:rPr>
              <a:t> Python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rPr>
              <a:t>Data Manipulation &amp; Cleaning:</a:t>
            </a:r>
            <a:r>
              <a:rPr kumimoji="0" lang="en-US" altLang="en-US" b="0" i="0" u="none" strike="noStrike" cap="none" normalizeH="0" baseline="0" dirty="0">
                <a:ln>
                  <a:noFill/>
                </a:ln>
                <a:solidFill>
                  <a:schemeClr val="tx1"/>
                </a:solidFill>
                <a:effectLst/>
              </a:rPr>
              <a:t> Pandas, NumPy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rPr>
              <a:t>Data Visualization:</a:t>
            </a:r>
            <a:r>
              <a:rPr kumimoji="0" lang="en-US" altLang="en-US" b="0" i="0" u="none" strike="noStrike" cap="none" normalizeH="0" baseline="0" dirty="0">
                <a:ln>
                  <a:noFill/>
                </a:ln>
                <a:solidFill>
                  <a:schemeClr val="tx1"/>
                </a:solidFill>
                <a:effectLst/>
              </a:rPr>
              <a:t> Matplotlib, Seaborn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rPr>
              <a:t>Development Environment:</a:t>
            </a:r>
            <a:r>
              <a:rPr kumimoji="0" lang="en-US" altLang="en-US" b="0" i="0" u="none" strike="noStrike" cap="none" normalizeH="0" baseline="0" dirty="0">
                <a:ln>
                  <a:noFill/>
                </a:ln>
                <a:solidFill>
                  <a:schemeClr val="tx1"/>
                </a:solidFill>
                <a:effectLst/>
              </a:rPr>
              <a:t> Google </a:t>
            </a:r>
            <a:r>
              <a:rPr kumimoji="0" lang="en-US" altLang="en-US" b="0" i="0" u="none" strike="noStrike" cap="none" normalizeH="0" baseline="0" dirty="0" err="1">
                <a:ln>
                  <a:noFill/>
                </a:ln>
                <a:solidFill>
                  <a:schemeClr val="tx1"/>
                </a:solidFill>
                <a:effectLst/>
              </a:rPr>
              <a:t>Colab</a:t>
            </a:r>
            <a:r>
              <a:rPr kumimoji="0" lang="en-US" altLang="en-US" b="0" i="0" u="none" strike="noStrike" cap="none" normalizeH="0" baseline="0" dirty="0">
                <a:ln>
                  <a:noFill/>
                </a:ln>
                <a:solidFill>
                  <a:schemeClr val="tx1"/>
                </a:solidFill>
                <a:effectLst/>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rPr>
              <a:t>Version Control &amp; Collaboration:</a:t>
            </a:r>
            <a:r>
              <a:rPr kumimoji="0" lang="en-US" altLang="en-US" b="0" i="0" u="none" strike="noStrike" cap="none" normalizeH="0" baseline="0" dirty="0">
                <a:ln>
                  <a:noFill/>
                </a:ln>
                <a:solidFill>
                  <a:schemeClr val="tx1"/>
                </a:solidFill>
                <a:effectLst/>
              </a:rPr>
              <a:t> Git &amp; GitHub</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4098" name="Picture 2">
            <a:extLst>
              <a:ext uri="{FF2B5EF4-FFF2-40B4-BE49-F238E27FC236}">
                <a16:creationId xmlns:a16="http://schemas.microsoft.com/office/drawing/2014/main" id="{3FF3D645-70E8-47D4-B3AF-7509D486ABD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5957" y="1098654"/>
            <a:ext cx="6398952" cy="3542277"/>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F5153882-6045-43A6-9014-0E3655F8B1AA}"/>
              </a:ext>
            </a:extLst>
          </p:cNvPr>
          <p:cNvSpPr txBox="1"/>
          <p:nvPr/>
        </p:nvSpPr>
        <p:spPr>
          <a:xfrm>
            <a:off x="961957" y="4817648"/>
            <a:ext cx="5967761" cy="307777"/>
          </a:xfrm>
          <a:prstGeom prst="rect">
            <a:avLst/>
          </a:prstGeom>
          <a:noFill/>
        </p:spPr>
        <p:txBody>
          <a:bodyPr wrap="square" rtlCol="0">
            <a:spAutoFit/>
          </a:bodyPr>
          <a:lstStyle/>
          <a:p>
            <a:r>
              <a:rPr lang="en-US" sz="1400" dirty="0"/>
              <a:t>The histogram shows profit spread with the dashed red break-even line.</a:t>
            </a:r>
            <a:endParaRPr lang="en-IN" sz="1400" dirty="0"/>
          </a:p>
        </p:txBody>
      </p:sp>
      <p:sp>
        <p:nvSpPr>
          <p:cNvPr id="9" name="Rectangle 6">
            <a:extLst>
              <a:ext uri="{FF2B5EF4-FFF2-40B4-BE49-F238E27FC236}">
                <a16:creationId xmlns:a16="http://schemas.microsoft.com/office/drawing/2014/main" id="{AA4533F5-499E-4F28-8A71-17E69B0AA882}"/>
              </a:ext>
            </a:extLst>
          </p:cNvPr>
          <p:cNvSpPr>
            <a:spLocks noChangeArrowheads="1"/>
          </p:cNvSpPr>
          <p:nvPr/>
        </p:nvSpPr>
        <p:spPr bwMode="auto">
          <a:xfrm>
            <a:off x="675957" y="5380794"/>
            <a:ext cx="8665267"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just" defTabSz="914400" rtl="0" eaLnBrk="0" fontAlgn="base" latinLnBrk="0" hangingPunct="0">
              <a:lnSpc>
                <a:spcPct val="100000"/>
              </a:lnSpc>
              <a:spcBef>
                <a:spcPct val="0"/>
              </a:spcBef>
              <a:spcAft>
                <a:spcPct val="0"/>
              </a:spcAft>
              <a:buClr>
                <a:schemeClr val="accent4"/>
              </a:buClr>
              <a:buSzTx/>
              <a:buFont typeface="Wingdings" panose="05000000000000000000" pitchFamily="2" charset="2"/>
              <a:buChar char="§"/>
              <a:tabLst/>
            </a:pPr>
            <a:r>
              <a:rPr kumimoji="0" lang="en-US" altLang="en-US" sz="1600" b="0" i="0" u="none" strike="noStrike" cap="none" normalizeH="0" baseline="0" dirty="0">
                <a:ln>
                  <a:noFill/>
                </a:ln>
                <a:solidFill>
                  <a:schemeClr val="tx1"/>
                </a:solidFill>
                <a:effectLst/>
              </a:rPr>
              <a:t>Most farms cluster tightly around the break-even line at </a:t>
            </a:r>
            <a:r>
              <a:rPr kumimoji="0" lang="en-US" altLang="en-US" sz="1600" b="1" i="0" u="none" strike="noStrike" cap="none" normalizeH="0" baseline="0" dirty="0">
                <a:ln>
                  <a:noFill/>
                </a:ln>
                <a:solidFill>
                  <a:schemeClr val="tx1"/>
                </a:solidFill>
                <a:effectLst/>
              </a:rPr>
              <a:t>0 INR</a:t>
            </a:r>
            <a:r>
              <a:rPr kumimoji="0" lang="en-US" altLang="en-US" sz="1600" b="0" i="0" u="none" strike="noStrike" cap="none" normalizeH="0" baseline="0" dirty="0">
                <a:ln>
                  <a:noFill/>
                </a:ln>
                <a:solidFill>
                  <a:schemeClr val="tx1"/>
                </a:solidFill>
                <a:effectLst/>
              </a:rPr>
              <a:t>, with a large group operating at a net loss.</a:t>
            </a:r>
          </a:p>
          <a:p>
            <a:pPr marL="285750" marR="0" lvl="0" indent="-285750" algn="just" defTabSz="914400" rtl="0" eaLnBrk="0" fontAlgn="base" latinLnBrk="0" hangingPunct="0">
              <a:lnSpc>
                <a:spcPct val="100000"/>
              </a:lnSpc>
              <a:spcBef>
                <a:spcPct val="0"/>
              </a:spcBef>
              <a:spcAft>
                <a:spcPct val="0"/>
              </a:spcAft>
              <a:buClr>
                <a:schemeClr val="accent4"/>
              </a:buClr>
              <a:buSzTx/>
              <a:buFont typeface="Wingdings" panose="05000000000000000000" pitchFamily="2" charset="2"/>
              <a:buChar char="§"/>
              <a:tabLst/>
            </a:pPr>
            <a:r>
              <a:rPr kumimoji="0" lang="en-US" altLang="en-US" sz="1600" b="0" i="0" u="none" strike="noStrike" cap="none" normalizeH="0" baseline="0" dirty="0">
                <a:ln>
                  <a:noFill/>
                </a:ln>
                <a:solidFill>
                  <a:schemeClr val="tx1"/>
                </a:solidFill>
                <a:effectLst/>
              </a:rPr>
              <a:t>A small subset of large commercial farms pulls the upper tail past </a:t>
            </a:r>
            <a:r>
              <a:rPr kumimoji="0" lang="en-US" altLang="en-US" sz="1600" b="1" i="0" u="none" strike="noStrike" cap="none" normalizeH="0" baseline="0" dirty="0">
                <a:ln>
                  <a:noFill/>
                </a:ln>
                <a:solidFill>
                  <a:schemeClr val="tx1"/>
                </a:solidFill>
                <a:effectLst/>
              </a:rPr>
              <a:t>₹10–40 Lakhs</a:t>
            </a:r>
            <a:r>
              <a:rPr kumimoji="0" lang="en-US" altLang="en-US" sz="1600" b="0" i="0" u="none" strike="noStrike" cap="none" normalizeH="0" baseline="0" dirty="0">
                <a:ln>
                  <a:noFill/>
                </a:ln>
                <a:solidFill>
                  <a:schemeClr val="tx1"/>
                </a:solidFill>
                <a:effectLst/>
              </a:rPr>
              <a:t>.</a:t>
            </a:r>
          </a:p>
          <a:p>
            <a:pPr marL="285750" marR="0" lvl="0" indent="-285750" algn="just" defTabSz="914400" rtl="0" eaLnBrk="0" fontAlgn="base" latinLnBrk="0" hangingPunct="0">
              <a:lnSpc>
                <a:spcPct val="100000"/>
              </a:lnSpc>
              <a:spcBef>
                <a:spcPct val="0"/>
              </a:spcBef>
              <a:spcAft>
                <a:spcPct val="0"/>
              </a:spcAft>
              <a:buClr>
                <a:schemeClr val="accent4"/>
              </a:buClr>
              <a:buSzTx/>
              <a:buFont typeface="Wingdings" panose="05000000000000000000" pitchFamily="2" charset="2"/>
              <a:buChar char="§"/>
              <a:tabLst/>
            </a:pPr>
            <a:r>
              <a:rPr kumimoji="0" lang="en-US" altLang="en-US" sz="1600" b="0" i="0" u="none" strike="noStrike" cap="none" normalizeH="0" baseline="0" dirty="0">
                <a:ln>
                  <a:noFill/>
                </a:ln>
                <a:solidFill>
                  <a:schemeClr val="tx1"/>
                </a:solidFill>
                <a:effectLst/>
              </a:rPr>
              <a:t>High harvest volume does not guarantee profit unless input costs are strictly controlled.</a:t>
            </a:r>
          </a:p>
        </p:txBody>
      </p:sp>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5122" name="Picture 2">
            <a:extLst>
              <a:ext uri="{FF2B5EF4-FFF2-40B4-BE49-F238E27FC236}">
                <a16:creationId xmlns:a16="http://schemas.microsoft.com/office/drawing/2014/main" id="{D4B05C21-0CAC-4156-B476-286DD1D6403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5958" y="1102971"/>
            <a:ext cx="6415124" cy="4070415"/>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3">
            <a:extLst>
              <a:ext uri="{FF2B5EF4-FFF2-40B4-BE49-F238E27FC236}">
                <a16:creationId xmlns:a16="http://schemas.microsoft.com/office/drawing/2014/main" id="{B4CF60BC-8E59-4ECA-AAD4-4732008043E2}"/>
              </a:ext>
            </a:extLst>
          </p:cNvPr>
          <p:cNvSpPr>
            <a:spLocks noChangeArrowheads="1"/>
          </p:cNvSpPr>
          <p:nvPr/>
        </p:nvSpPr>
        <p:spPr bwMode="auto">
          <a:xfrm rot="10800000" flipV="1">
            <a:off x="977147" y="5093282"/>
            <a:ext cx="581274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tabLst/>
            </a:pPr>
            <a:r>
              <a:rPr kumimoji="0" lang="en-US" altLang="en-US" sz="1400" b="0" i="0" u="none" strike="noStrike" cap="none" normalizeH="0" baseline="0" dirty="0">
                <a:ln>
                  <a:noFill/>
                </a:ln>
                <a:solidFill>
                  <a:schemeClr val="tx1"/>
                </a:solidFill>
                <a:effectLst/>
              </a:rPr>
              <a:t>The histogram of Farm Profit with the dashed red break-even line.</a:t>
            </a:r>
          </a:p>
        </p:txBody>
      </p:sp>
      <p:sp>
        <p:nvSpPr>
          <p:cNvPr id="3" name="Rectangle 4">
            <a:extLst>
              <a:ext uri="{FF2B5EF4-FFF2-40B4-BE49-F238E27FC236}">
                <a16:creationId xmlns:a16="http://schemas.microsoft.com/office/drawing/2014/main" id="{838D46AA-F700-4CA4-ABD9-0C37B2F8339C}"/>
              </a:ext>
            </a:extLst>
          </p:cNvPr>
          <p:cNvSpPr>
            <a:spLocks noChangeArrowheads="1"/>
          </p:cNvSpPr>
          <p:nvPr/>
        </p:nvSpPr>
        <p:spPr bwMode="auto">
          <a:xfrm>
            <a:off x="675957" y="5491222"/>
            <a:ext cx="8665267"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just" defTabSz="914400" rtl="0" eaLnBrk="0" fontAlgn="base" latinLnBrk="0" hangingPunct="0">
              <a:lnSpc>
                <a:spcPct val="100000"/>
              </a:lnSpc>
              <a:spcBef>
                <a:spcPct val="0"/>
              </a:spcBef>
              <a:spcAft>
                <a:spcPct val="0"/>
              </a:spcAft>
              <a:buClr>
                <a:schemeClr val="accent4"/>
              </a:buClr>
              <a:buSzTx/>
              <a:buFont typeface="Wingdings" panose="05000000000000000000" pitchFamily="2" charset="2"/>
              <a:buChar char="§"/>
              <a:tabLst/>
            </a:pPr>
            <a:r>
              <a:rPr kumimoji="0" lang="en-US" altLang="en-US" sz="1600" b="0" i="0" u="none" strike="noStrike" cap="none" normalizeH="0" baseline="0" dirty="0">
                <a:ln>
                  <a:noFill/>
                </a:ln>
                <a:solidFill>
                  <a:schemeClr val="tx1"/>
                </a:solidFill>
                <a:effectLst/>
              </a:rPr>
              <a:t>Kharif leads overall production with an average yield of </a:t>
            </a:r>
            <a:r>
              <a:rPr kumimoji="0" lang="en-US" altLang="en-US" sz="1600" b="1" i="0" u="none" strike="noStrike" cap="none" normalizeH="0" baseline="0" dirty="0">
                <a:ln>
                  <a:noFill/>
                </a:ln>
                <a:solidFill>
                  <a:schemeClr val="tx1"/>
                </a:solidFill>
                <a:effectLst/>
              </a:rPr>
              <a:t>5.63 </a:t>
            </a:r>
            <a:r>
              <a:rPr kumimoji="0" lang="en-US" altLang="en-US" sz="1600" b="1" i="0" u="none" strike="noStrike" cap="none" normalizeH="0" baseline="0" dirty="0" err="1">
                <a:ln>
                  <a:noFill/>
                </a:ln>
                <a:solidFill>
                  <a:schemeClr val="tx1"/>
                </a:solidFill>
                <a:effectLst/>
              </a:rPr>
              <a:t>tonnes</a:t>
            </a:r>
            <a:r>
              <a:rPr kumimoji="0" lang="en-US" altLang="en-US" sz="1600" b="1" i="0" u="none" strike="noStrike" cap="none" normalizeH="0" baseline="0" dirty="0">
                <a:ln>
                  <a:noFill/>
                </a:ln>
                <a:solidFill>
                  <a:schemeClr val="tx1"/>
                </a:solidFill>
                <a:effectLst/>
              </a:rPr>
              <a:t>/ha</a:t>
            </a:r>
            <a:r>
              <a:rPr kumimoji="0" lang="en-US" altLang="en-US" sz="1600" b="0" i="0" u="none" strike="noStrike" cap="none" normalizeH="0" baseline="0" dirty="0">
                <a:ln>
                  <a:noFill/>
                </a:ln>
                <a:solidFill>
                  <a:schemeClr val="tx1"/>
                </a:solidFill>
                <a:effectLst/>
              </a:rPr>
              <a:t>, followed by Rabi at </a:t>
            </a:r>
            <a:r>
              <a:rPr kumimoji="0" lang="en-US" altLang="en-US" sz="1600" b="1" i="0" u="none" strike="noStrike" cap="none" normalizeH="0" baseline="0" dirty="0">
                <a:ln>
                  <a:noFill/>
                </a:ln>
                <a:solidFill>
                  <a:schemeClr val="tx1"/>
                </a:solidFill>
                <a:effectLst/>
              </a:rPr>
              <a:t>5.04 </a:t>
            </a:r>
            <a:r>
              <a:rPr kumimoji="0" lang="en-US" altLang="en-US" sz="1600" b="1" i="0" u="none" strike="noStrike" cap="none" normalizeH="0" baseline="0" dirty="0" err="1">
                <a:ln>
                  <a:noFill/>
                </a:ln>
                <a:solidFill>
                  <a:schemeClr val="tx1"/>
                </a:solidFill>
                <a:effectLst/>
              </a:rPr>
              <a:t>tonnes</a:t>
            </a:r>
            <a:r>
              <a:rPr kumimoji="0" lang="en-US" altLang="en-US" sz="1600" b="1" i="0" u="none" strike="noStrike" cap="none" normalizeH="0" baseline="0" dirty="0">
                <a:ln>
                  <a:noFill/>
                </a:ln>
                <a:solidFill>
                  <a:schemeClr val="tx1"/>
                </a:solidFill>
                <a:effectLst/>
              </a:rPr>
              <a:t>/ha</a:t>
            </a:r>
            <a:r>
              <a:rPr kumimoji="0" lang="en-US" altLang="en-US" sz="1600" b="0" i="0" u="none" strike="noStrike" cap="none" normalizeH="0" baseline="0" dirty="0">
                <a:ln>
                  <a:noFill/>
                </a:ln>
                <a:solidFill>
                  <a:schemeClr val="tx1"/>
                </a:solidFill>
                <a:effectLst/>
              </a:rPr>
              <a:t>.</a:t>
            </a:r>
          </a:p>
          <a:p>
            <a:pPr marL="285750" marR="0" lvl="0" indent="-285750" algn="just" defTabSz="914400" rtl="0" eaLnBrk="0" fontAlgn="base" latinLnBrk="0" hangingPunct="0">
              <a:lnSpc>
                <a:spcPct val="100000"/>
              </a:lnSpc>
              <a:spcBef>
                <a:spcPct val="0"/>
              </a:spcBef>
              <a:spcAft>
                <a:spcPct val="0"/>
              </a:spcAft>
              <a:buClr>
                <a:schemeClr val="accent4"/>
              </a:buClr>
              <a:buSzTx/>
              <a:buFont typeface="Wingdings" panose="05000000000000000000" pitchFamily="2" charset="2"/>
              <a:buChar char="§"/>
              <a:tabLst/>
            </a:pPr>
            <a:r>
              <a:rPr kumimoji="0" lang="en-US" altLang="en-US" sz="1600" b="0" i="0" u="none" strike="noStrike" cap="none" normalizeH="0" baseline="0" dirty="0">
                <a:ln>
                  <a:noFill/>
                </a:ln>
                <a:solidFill>
                  <a:schemeClr val="tx1"/>
                </a:solidFill>
                <a:effectLst/>
              </a:rPr>
              <a:t>Zaid records the lowest output at </a:t>
            </a:r>
            <a:r>
              <a:rPr kumimoji="0" lang="en-US" altLang="en-US" sz="1600" b="1" i="0" u="none" strike="noStrike" cap="none" normalizeH="0" baseline="0" dirty="0">
                <a:ln>
                  <a:noFill/>
                </a:ln>
                <a:solidFill>
                  <a:schemeClr val="tx1"/>
                </a:solidFill>
                <a:effectLst/>
              </a:rPr>
              <a:t>4.64 </a:t>
            </a:r>
            <a:r>
              <a:rPr kumimoji="0" lang="en-US" altLang="en-US" sz="1600" b="1" i="0" u="none" strike="noStrike" cap="none" normalizeH="0" baseline="0" dirty="0" err="1">
                <a:ln>
                  <a:noFill/>
                </a:ln>
                <a:solidFill>
                  <a:schemeClr val="tx1"/>
                </a:solidFill>
                <a:effectLst/>
              </a:rPr>
              <a:t>tonnes</a:t>
            </a:r>
            <a:r>
              <a:rPr kumimoji="0" lang="en-US" altLang="en-US" sz="1600" b="1" i="0" u="none" strike="noStrike" cap="none" normalizeH="0" baseline="0" dirty="0">
                <a:ln>
                  <a:noFill/>
                </a:ln>
                <a:solidFill>
                  <a:schemeClr val="tx1"/>
                </a:solidFill>
                <a:effectLst/>
              </a:rPr>
              <a:t>/ha</a:t>
            </a:r>
            <a:r>
              <a:rPr kumimoji="0" lang="en-US" altLang="en-US" sz="1600" b="0" i="0" u="none" strike="noStrike" cap="none" normalizeH="0" baseline="0" dirty="0">
                <a:ln>
                  <a:noFill/>
                </a:ln>
                <a:solidFill>
                  <a:schemeClr val="tx1"/>
                </a:solidFill>
                <a:effectLst/>
              </a:rPr>
              <a:t> due to harsh dry-season conditions.</a:t>
            </a:r>
          </a:p>
          <a:p>
            <a:pPr marL="285750" marR="0" lvl="0" indent="-285750" algn="just" defTabSz="914400" rtl="0" eaLnBrk="0" fontAlgn="base" latinLnBrk="0" hangingPunct="0">
              <a:lnSpc>
                <a:spcPct val="100000"/>
              </a:lnSpc>
              <a:spcBef>
                <a:spcPct val="0"/>
              </a:spcBef>
              <a:spcAft>
                <a:spcPct val="0"/>
              </a:spcAft>
              <a:buClr>
                <a:schemeClr val="accent4"/>
              </a:buClr>
              <a:buSzTx/>
              <a:buFont typeface="Wingdings" panose="05000000000000000000" pitchFamily="2" charset="2"/>
              <a:buChar char="§"/>
              <a:tabLst/>
            </a:pPr>
            <a:r>
              <a:rPr kumimoji="0" lang="en-US" altLang="en-US" sz="1600" b="0" i="0" u="none" strike="noStrike" cap="none" normalizeH="0" baseline="0" dirty="0">
                <a:ln>
                  <a:noFill/>
                </a:ln>
                <a:solidFill>
                  <a:schemeClr val="tx1"/>
                </a:solidFill>
                <a:effectLst/>
              </a:rPr>
              <a:t>Ample monsoon rainfall gives Kharif a clear structural advantage in crop biomass.</a:t>
            </a:r>
          </a:p>
        </p:txBody>
      </p:sp>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146" name="Picture 2">
            <a:extLst>
              <a:ext uri="{FF2B5EF4-FFF2-40B4-BE49-F238E27FC236}">
                <a16:creationId xmlns:a16="http://schemas.microsoft.com/office/drawing/2014/main" id="{AAF63574-7848-463B-9347-917FCA91652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0981" y="1104026"/>
            <a:ext cx="6752171" cy="3521762"/>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72755B33-F5F9-45B1-BCF5-1BD75CCA2508}"/>
              </a:ext>
            </a:extLst>
          </p:cNvPr>
          <p:cNvSpPr txBox="1"/>
          <p:nvPr/>
        </p:nvSpPr>
        <p:spPr>
          <a:xfrm>
            <a:off x="622167" y="4688543"/>
            <a:ext cx="7706043" cy="307777"/>
          </a:xfrm>
          <a:prstGeom prst="rect">
            <a:avLst/>
          </a:prstGeom>
          <a:noFill/>
        </p:spPr>
        <p:txBody>
          <a:bodyPr wrap="square">
            <a:spAutoFit/>
          </a:bodyPr>
          <a:lstStyle/>
          <a:p>
            <a:pPr algn="just"/>
            <a:r>
              <a:rPr lang="en-US" sz="1400" dirty="0"/>
              <a:t>Grouped bar chart comparing yields across all 8 crops grouped by Kharif, Rabi, and Zaid.</a:t>
            </a:r>
            <a:endParaRPr lang="en-IN" sz="1400" dirty="0"/>
          </a:p>
        </p:txBody>
      </p:sp>
      <p:sp>
        <p:nvSpPr>
          <p:cNvPr id="3" name="Rectangle 3">
            <a:extLst>
              <a:ext uri="{FF2B5EF4-FFF2-40B4-BE49-F238E27FC236}">
                <a16:creationId xmlns:a16="http://schemas.microsoft.com/office/drawing/2014/main" id="{5FBAC154-EE67-476A-B768-734AB93ED00E}"/>
              </a:ext>
            </a:extLst>
          </p:cNvPr>
          <p:cNvSpPr>
            <a:spLocks noChangeArrowheads="1"/>
          </p:cNvSpPr>
          <p:nvPr/>
        </p:nvSpPr>
        <p:spPr bwMode="auto">
          <a:xfrm>
            <a:off x="320982" y="5254598"/>
            <a:ext cx="9011278"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just" defTabSz="914400" rtl="0" eaLnBrk="0" fontAlgn="base" latinLnBrk="0" hangingPunct="0">
              <a:lnSpc>
                <a:spcPct val="100000"/>
              </a:lnSpc>
              <a:spcBef>
                <a:spcPct val="0"/>
              </a:spcBef>
              <a:spcAft>
                <a:spcPct val="0"/>
              </a:spcAft>
              <a:buClr>
                <a:schemeClr val="accent4"/>
              </a:buClr>
              <a:buSzTx/>
              <a:buFont typeface="Wingdings" panose="05000000000000000000" pitchFamily="2" charset="2"/>
              <a:buChar char="§"/>
              <a:tabLst/>
            </a:pPr>
            <a:r>
              <a:rPr kumimoji="0" lang="en-US" altLang="en-US" sz="1600" b="0" i="0" u="none" strike="noStrike" cap="none" normalizeH="0" baseline="0" dirty="0">
                <a:ln>
                  <a:noFill/>
                </a:ln>
                <a:solidFill>
                  <a:schemeClr val="tx1"/>
                </a:solidFill>
                <a:effectLst/>
              </a:rPr>
              <a:t>Sugarcane dominates total volume across every season, producing between </a:t>
            </a:r>
            <a:r>
              <a:rPr kumimoji="0" lang="en-US" altLang="en-US" sz="1600" b="1" i="0" u="none" strike="noStrike" cap="none" normalizeH="0" baseline="0" dirty="0">
                <a:ln>
                  <a:noFill/>
                </a:ln>
                <a:solidFill>
                  <a:schemeClr val="tx1"/>
                </a:solidFill>
                <a:effectLst/>
              </a:rPr>
              <a:t>38 and 53 </a:t>
            </a:r>
            <a:r>
              <a:rPr kumimoji="0" lang="en-US" altLang="en-US" sz="1600" b="1" i="0" u="none" strike="noStrike" cap="none" normalizeH="0" baseline="0" dirty="0" err="1">
                <a:ln>
                  <a:noFill/>
                </a:ln>
                <a:solidFill>
                  <a:schemeClr val="tx1"/>
                </a:solidFill>
                <a:effectLst/>
              </a:rPr>
              <a:t>tonnes</a:t>
            </a:r>
            <a:r>
              <a:rPr kumimoji="0" lang="en-US" altLang="en-US" sz="1600" b="1" i="0" u="none" strike="noStrike" cap="none" normalizeH="0" baseline="0" dirty="0">
                <a:ln>
                  <a:noFill/>
                </a:ln>
                <a:solidFill>
                  <a:schemeClr val="tx1"/>
                </a:solidFill>
                <a:effectLst/>
              </a:rPr>
              <a:t>/ha</a:t>
            </a:r>
            <a:r>
              <a:rPr kumimoji="0" lang="en-US" altLang="en-US" sz="1600" b="0" i="0" u="none" strike="noStrike" cap="none" normalizeH="0" baseline="0" dirty="0">
                <a:ln>
                  <a:noFill/>
                </a:ln>
                <a:solidFill>
                  <a:schemeClr val="tx1"/>
                </a:solidFill>
                <a:effectLst/>
              </a:rPr>
              <a:t>.</a:t>
            </a:r>
          </a:p>
          <a:p>
            <a:pPr marL="285750" marR="0" lvl="0" indent="-285750" algn="just" defTabSz="914400" rtl="0" eaLnBrk="0" fontAlgn="base" latinLnBrk="0" hangingPunct="0">
              <a:lnSpc>
                <a:spcPct val="100000"/>
              </a:lnSpc>
              <a:spcBef>
                <a:spcPct val="0"/>
              </a:spcBef>
              <a:spcAft>
                <a:spcPct val="0"/>
              </a:spcAft>
              <a:buClr>
                <a:schemeClr val="accent4"/>
              </a:buClr>
              <a:buSzTx/>
              <a:buFont typeface="Wingdings" panose="05000000000000000000" pitchFamily="2" charset="2"/>
              <a:buChar char="§"/>
              <a:tabLst/>
            </a:pPr>
            <a:r>
              <a:rPr kumimoji="0" lang="en-US" altLang="en-US" sz="1600" b="0" i="0" u="none" strike="noStrike" cap="none" normalizeH="0" baseline="0" dirty="0">
                <a:ln>
                  <a:noFill/>
                </a:ln>
                <a:solidFill>
                  <a:schemeClr val="tx1"/>
                </a:solidFill>
                <a:effectLst/>
              </a:rPr>
              <a:t>Staple grains (Rice, Wheat, Maize) remain in a narrow band of </a:t>
            </a:r>
            <a:r>
              <a:rPr kumimoji="0" lang="en-US" altLang="en-US" sz="1600" b="1" i="0" u="none" strike="noStrike" cap="none" normalizeH="0" baseline="0" dirty="0">
                <a:ln>
                  <a:noFill/>
                </a:ln>
                <a:solidFill>
                  <a:schemeClr val="tx1"/>
                </a:solidFill>
                <a:effectLst/>
              </a:rPr>
              <a:t>1.7 to 3.0 </a:t>
            </a:r>
            <a:r>
              <a:rPr kumimoji="0" lang="en-US" altLang="en-US" sz="1600" b="1" i="0" u="none" strike="noStrike" cap="none" normalizeH="0" baseline="0" dirty="0" err="1">
                <a:ln>
                  <a:noFill/>
                </a:ln>
                <a:solidFill>
                  <a:schemeClr val="tx1"/>
                </a:solidFill>
                <a:effectLst/>
              </a:rPr>
              <a:t>tonnes</a:t>
            </a:r>
            <a:r>
              <a:rPr kumimoji="0" lang="en-US" altLang="en-US" sz="1600" b="1" i="0" u="none" strike="noStrike" cap="none" normalizeH="0" baseline="0" dirty="0">
                <a:ln>
                  <a:noFill/>
                </a:ln>
                <a:solidFill>
                  <a:schemeClr val="tx1"/>
                </a:solidFill>
                <a:effectLst/>
              </a:rPr>
              <a:t>/ha</a:t>
            </a:r>
            <a:r>
              <a:rPr kumimoji="0" lang="en-US" altLang="en-US" sz="1600" b="0" i="0" u="none" strike="noStrike" cap="none" normalizeH="0" baseline="0" dirty="0">
                <a:ln>
                  <a:noFill/>
                </a:ln>
                <a:solidFill>
                  <a:schemeClr val="tx1"/>
                </a:solidFill>
                <a:effectLst/>
              </a:rPr>
              <a:t> across cycles.</a:t>
            </a:r>
          </a:p>
          <a:p>
            <a:pPr marL="285750" marR="0" lvl="0" indent="-285750" algn="just" defTabSz="914400" rtl="0" eaLnBrk="0" fontAlgn="base" latinLnBrk="0" hangingPunct="0">
              <a:lnSpc>
                <a:spcPct val="100000"/>
              </a:lnSpc>
              <a:spcBef>
                <a:spcPct val="0"/>
              </a:spcBef>
              <a:spcAft>
                <a:spcPct val="0"/>
              </a:spcAft>
              <a:buClr>
                <a:schemeClr val="accent4"/>
              </a:buClr>
              <a:buSzTx/>
              <a:buFont typeface="Wingdings" panose="05000000000000000000" pitchFamily="2" charset="2"/>
              <a:buChar char="§"/>
              <a:tabLst/>
            </a:pPr>
            <a:r>
              <a:rPr kumimoji="0" lang="en-US" altLang="en-US" sz="1600" b="0" i="0" u="none" strike="noStrike" cap="none" normalizeH="0" baseline="0" dirty="0">
                <a:ln>
                  <a:noFill/>
                </a:ln>
                <a:solidFill>
                  <a:schemeClr val="tx1"/>
                </a:solidFill>
                <a:effectLst/>
              </a:rPr>
              <a:t>Output variations are driven far more by the crop choice itself than seasonal weather alone.</a:t>
            </a:r>
          </a:p>
        </p:txBody>
      </p:sp>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075" name="Picture 3">
            <a:extLst>
              <a:ext uri="{FF2B5EF4-FFF2-40B4-BE49-F238E27FC236}">
                <a16:creationId xmlns:a16="http://schemas.microsoft.com/office/drawing/2014/main" id="{CF6791A0-87B2-4D20-B541-22B365247EA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5957" y="1102979"/>
            <a:ext cx="9528644" cy="3675209"/>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4">
            <a:extLst>
              <a:ext uri="{FF2B5EF4-FFF2-40B4-BE49-F238E27FC236}">
                <a16:creationId xmlns:a16="http://schemas.microsoft.com/office/drawing/2014/main" id="{D43CE786-4563-47E5-A744-FE3C119B7E27}"/>
              </a:ext>
            </a:extLst>
          </p:cNvPr>
          <p:cNvSpPr>
            <a:spLocks noChangeArrowheads="1"/>
          </p:cNvSpPr>
          <p:nvPr/>
        </p:nvSpPr>
        <p:spPr bwMode="auto">
          <a:xfrm>
            <a:off x="717178" y="4733610"/>
            <a:ext cx="6741458"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R="0" lvl="0" algn="just" defTabSz="914400" rtl="0" eaLnBrk="0" fontAlgn="base" latinLnBrk="0" hangingPunct="0">
              <a:lnSpc>
                <a:spcPct val="100000"/>
              </a:lnSpc>
              <a:spcBef>
                <a:spcPct val="0"/>
              </a:spcBef>
              <a:spcAft>
                <a:spcPct val="0"/>
              </a:spcAft>
              <a:buClr>
                <a:schemeClr val="accent4"/>
              </a:buClr>
              <a:buSzTx/>
              <a:tabLst/>
            </a:pPr>
            <a:r>
              <a:rPr kumimoji="0" lang="en-US" altLang="en-US" sz="1400" b="0" i="0" u="none" strike="noStrike" cap="none" normalizeH="0" baseline="0" dirty="0">
                <a:ln>
                  <a:noFill/>
                </a:ln>
                <a:solidFill>
                  <a:schemeClr val="tx1"/>
                </a:solidFill>
                <a:effectLst/>
              </a:rPr>
              <a:t>The grouped bar plot shows average profit by state across Kharif, Rabi, and Zaid.</a:t>
            </a:r>
          </a:p>
        </p:txBody>
      </p:sp>
      <p:sp>
        <p:nvSpPr>
          <p:cNvPr id="10" name="TextBox 9">
            <a:extLst>
              <a:ext uri="{FF2B5EF4-FFF2-40B4-BE49-F238E27FC236}">
                <a16:creationId xmlns:a16="http://schemas.microsoft.com/office/drawing/2014/main" id="{6B0DBFFE-EDB2-4BE9-B42D-93EA2E616602}"/>
              </a:ext>
            </a:extLst>
          </p:cNvPr>
          <p:cNvSpPr txBox="1"/>
          <p:nvPr/>
        </p:nvSpPr>
        <p:spPr>
          <a:xfrm>
            <a:off x="-1" y="5057831"/>
            <a:ext cx="9359153" cy="1569660"/>
          </a:xfrm>
          <a:prstGeom prst="rect">
            <a:avLst/>
          </a:prstGeom>
          <a:noFill/>
        </p:spPr>
        <p:txBody>
          <a:bodyPr wrap="square">
            <a:spAutoFit/>
          </a:bodyPr>
          <a:lstStyle/>
          <a:p>
            <a:pPr marL="742950" lvl="1" indent="-285750" algn="just">
              <a:buClr>
                <a:schemeClr val="accent4"/>
              </a:buClr>
              <a:buFont typeface="Wingdings" panose="05000000000000000000" pitchFamily="2" charset="2"/>
              <a:buChar char="§"/>
            </a:pPr>
            <a:r>
              <a:rPr lang="en-US" sz="1600" dirty="0"/>
              <a:t>Farm earnings fluctuate sharply across state geographies, with southern regions showing higher seasonal earnings stability.</a:t>
            </a:r>
          </a:p>
          <a:p>
            <a:pPr marL="742950" lvl="1" indent="-285750" algn="just">
              <a:buClr>
                <a:schemeClr val="accent4"/>
              </a:buClr>
              <a:buFont typeface="Wingdings" panose="05000000000000000000" pitchFamily="2" charset="2"/>
              <a:buChar char="§"/>
            </a:pPr>
            <a:r>
              <a:rPr lang="en-US" sz="1600" dirty="0"/>
              <a:t>Kharif remains the most consistently profitable cycle across nearly all states, while Zaid yields negative average returns in multiple regions.</a:t>
            </a:r>
          </a:p>
          <a:p>
            <a:pPr marL="742950" lvl="1" indent="-285750" algn="just">
              <a:buClr>
                <a:schemeClr val="accent4"/>
              </a:buClr>
              <a:buFont typeface="Wingdings" panose="05000000000000000000" pitchFamily="2" charset="2"/>
              <a:buChar char="§"/>
            </a:pPr>
            <a:r>
              <a:rPr lang="en-US" sz="1600" dirty="0"/>
              <a:t>Local water access and varied regional input costs heavily dictate whether a farm remains profitable during dry months.</a:t>
            </a:r>
          </a:p>
        </p:txBody>
      </p:sp>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7170" name="Picture 2">
            <a:extLst>
              <a:ext uri="{FF2B5EF4-FFF2-40B4-BE49-F238E27FC236}">
                <a16:creationId xmlns:a16="http://schemas.microsoft.com/office/drawing/2014/main" id="{F7FD715F-0C38-449B-9D99-48015AEB0B4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5957" y="1102275"/>
            <a:ext cx="9197788" cy="3577301"/>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4E32207D-AA48-49B2-84F8-5A562DF91C98}"/>
              </a:ext>
            </a:extLst>
          </p:cNvPr>
          <p:cNvSpPr txBox="1"/>
          <p:nvPr/>
        </p:nvSpPr>
        <p:spPr>
          <a:xfrm>
            <a:off x="961459" y="4643282"/>
            <a:ext cx="6757147" cy="307777"/>
          </a:xfrm>
          <a:prstGeom prst="rect">
            <a:avLst/>
          </a:prstGeom>
          <a:noFill/>
        </p:spPr>
        <p:txBody>
          <a:bodyPr wrap="square">
            <a:spAutoFit/>
          </a:bodyPr>
          <a:lstStyle/>
          <a:p>
            <a:pPr algn="just"/>
            <a:r>
              <a:rPr lang="en-US" sz="1400" dirty="0"/>
              <a:t>The grouped bar plot shows average water efficiency across crops and seasons.</a:t>
            </a:r>
            <a:endParaRPr lang="en-IN" sz="1400" dirty="0"/>
          </a:p>
        </p:txBody>
      </p:sp>
      <p:sp>
        <p:nvSpPr>
          <p:cNvPr id="14" name="Rectangle 4">
            <a:extLst>
              <a:ext uri="{FF2B5EF4-FFF2-40B4-BE49-F238E27FC236}">
                <a16:creationId xmlns:a16="http://schemas.microsoft.com/office/drawing/2014/main" id="{968AF814-B8F4-4071-A73C-C51AD4B5BE54}"/>
              </a:ext>
            </a:extLst>
          </p:cNvPr>
          <p:cNvSpPr>
            <a:spLocks noChangeArrowheads="1"/>
          </p:cNvSpPr>
          <p:nvPr/>
        </p:nvSpPr>
        <p:spPr bwMode="auto">
          <a:xfrm rot="10800000" flipV="1">
            <a:off x="675957" y="5018889"/>
            <a:ext cx="8124486"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just" defTabSz="914400" rtl="0" eaLnBrk="0" fontAlgn="base" latinLnBrk="0" hangingPunct="0">
              <a:lnSpc>
                <a:spcPct val="100000"/>
              </a:lnSpc>
              <a:spcBef>
                <a:spcPct val="0"/>
              </a:spcBef>
              <a:spcAft>
                <a:spcPct val="0"/>
              </a:spcAft>
              <a:buClr>
                <a:schemeClr val="accent4"/>
              </a:buClr>
              <a:buSzTx/>
              <a:buFont typeface="Wingdings" panose="05000000000000000000" pitchFamily="2" charset="2"/>
              <a:buChar char="§"/>
              <a:tabLst/>
            </a:pPr>
            <a:r>
              <a:rPr kumimoji="0" lang="en-US" altLang="en-US" sz="1600" b="0" i="0" u="none" strike="noStrike" cap="none" normalizeH="0" baseline="0" dirty="0">
                <a:ln>
                  <a:noFill/>
                </a:ln>
                <a:solidFill>
                  <a:schemeClr val="tx1"/>
                </a:solidFill>
                <a:effectLst/>
              </a:rPr>
              <a:t>Sugarcane achieves the highest water efficiency by a wide margin, producing </a:t>
            </a:r>
            <a:r>
              <a:rPr kumimoji="0" lang="en-US" altLang="en-US" sz="1600" b="1" i="0" u="none" strike="noStrike" cap="none" normalizeH="0" baseline="0" dirty="0">
                <a:ln>
                  <a:noFill/>
                </a:ln>
                <a:solidFill>
                  <a:schemeClr val="tx1"/>
                </a:solidFill>
                <a:effectLst/>
              </a:rPr>
              <a:t>23 to 36 </a:t>
            </a:r>
            <a:r>
              <a:rPr kumimoji="0" lang="en-US" altLang="en-US" sz="1600" b="1" i="0" u="none" strike="noStrike" cap="none" normalizeH="0" baseline="0" dirty="0" err="1">
                <a:ln>
                  <a:noFill/>
                </a:ln>
                <a:solidFill>
                  <a:schemeClr val="tx1"/>
                </a:solidFill>
                <a:effectLst/>
              </a:rPr>
              <a:t>tonnes</a:t>
            </a:r>
            <a:r>
              <a:rPr kumimoji="0" lang="en-US" altLang="en-US" sz="1600" b="1" i="0" u="none" strike="noStrike" cap="none" normalizeH="0" baseline="0" dirty="0">
                <a:ln>
                  <a:noFill/>
                </a:ln>
                <a:solidFill>
                  <a:schemeClr val="tx1"/>
                </a:solidFill>
                <a:effectLst/>
              </a:rPr>
              <a:t> per 1,000 m³</a:t>
            </a:r>
            <a:r>
              <a:rPr kumimoji="0" lang="en-US" altLang="en-US" sz="1600" b="0" i="0" u="none" strike="noStrike" cap="none" normalizeH="0" baseline="0" dirty="0">
                <a:ln>
                  <a:noFill/>
                </a:ln>
                <a:solidFill>
                  <a:schemeClr val="tx1"/>
                </a:solidFill>
                <a:effectLst/>
              </a:rPr>
              <a:t> of applied water.</a:t>
            </a:r>
          </a:p>
          <a:p>
            <a:pPr marL="285750" marR="0" lvl="0" indent="-285750" algn="just" defTabSz="914400" rtl="0" eaLnBrk="0" fontAlgn="base" latinLnBrk="0" hangingPunct="0">
              <a:lnSpc>
                <a:spcPct val="100000"/>
              </a:lnSpc>
              <a:spcBef>
                <a:spcPct val="0"/>
              </a:spcBef>
              <a:spcAft>
                <a:spcPct val="0"/>
              </a:spcAft>
              <a:buClr>
                <a:schemeClr val="accent4"/>
              </a:buClr>
              <a:buSzTx/>
              <a:buFont typeface="Wingdings" panose="05000000000000000000" pitchFamily="2" charset="2"/>
              <a:buChar char="§"/>
              <a:tabLst/>
            </a:pPr>
            <a:r>
              <a:rPr kumimoji="0" lang="en-US" altLang="en-US" sz="1600" b="0" i="0" u="none" strike="noStrike" cap="none" normalizeH="0" baseline="0" dirty="0">
                <a:ln>
                  <a:noFill/>
                </a:ln>
                <a:solidFill>
                  <a:schemeClr val="tx1"/>
                </a:solidFill>
                <a:effectLst/>
              </a:rPr>
              <a:t>Staple grains and oilseeds average under </a:t>
            </a:r>
            <a:r>
              <a:rPr kumimoji="0" lang="en-US" altLang="en-US" sz="1600" b="1" i="0" u="none" strike="noStrike" cap="none" normalizeH="0" baseline="0" dirty="0">
                <a:ln>
                  <a:noFill/>
                </a:ln>
                <a:solidFill>
                  <a:schemeClr val="tx1"/>
                </a:solidFill>
                <a:effectLst/>
              </a:rPr>
              <a:t>6 </a:t>
            </a:r>
            <a:r>
              <a:rPr kumimoji="0" lang="en-US" altLang="en-US" sz="1600" b="1" i="0" u="none" strike="noStrike" cap="none" normalizeH="0" baseline="0" dirty="0" err="1">
                <a:ln>
                  <a:noFill/>
                </a:ln>
                <a:solidFill>
                  <a:schemeClr val="tx1"/>
                </a:solidFill>
                <a:effectLst/>
              </a:rPr>
              <a:t>tonnes</a:t>
            </a:r>
            <a:r>
              <a:rPr kumimoji="0" lang="en-US" altLang="en-US" sz="1600" b="1" i="0" u="none" strike="noStrike" cap="none" normalizeH="0" baseline="0" dirty="0">
                <a:ln>
                  <a:noFill/>
                </a:ln>
                <a:solidFill>
                  <a:schemeClr val="tx1"/>
                </a:solidFill>
                <a:effectLst/>
              </a:rPr>
              <a:t> per 1,000 m³</a:t>
            </a:r>
            <a:r>
              <a:rPr kumimoji="0" lang="en-US" altLang="en-US" sz="1600" b="0" i="0" u="none" strike="noStrike" cap="none" normalizeH="0" baseline="0" dirty="0">
                <a:ln>
                  <a:noFill/>
                </a:ln>
                <a:solidFill>
                  <a:schemeClr val="tx1"/>
                </a:solidFill>
                <a:effectLst/>
              </a:rPr>
              <a:t>, with pulses showing the lowest physical return per water unit.</a:t>
            </a:r>
          </a:p>
          <a:p>
            <a:pPr marL="285750" marR="0" lvl="0" indent="-285750" algn="just" defTabSz="914400" rtl="0" eaLnBrk="0" fontAlgn="base" latinLnBrk="0" hangingPunct="0">
              <a:lnSpc>
                <a:spcPct val="100000"/>
              </a:lnSpc>
              <a:spcBef>
                <a:spcPct val="0"/>
              </a:spcBef>
              <a:spcAft>
                <a:spcPct val="0"/>
              </a:spcAft>
              <a:buClr>
                <a:schemeClr val="accent4"/>
              </a:buClr>
              <a:buSzTx/>
              <a:buFont typeface="Wingdings" panose="05000000000000000000" pitchFamily="2" charset="2"/>
              <a:buChar char="§"/>
              <a:tabLst/>
            </a:pPr>
            <a:r>
              <a:rPr kumimoji="0" lang="en-US" altLang="en-US" sz="1600" b="0" i="0" u="none" strike="noStrike" cap="none" normalizeH="0" baseline="0" dirty="0">
                <a:ln>
                  <a:noFill/>
                </a:ln>
                <a:solidFill>
                  <a:schemeClr val="tx1"/>
                </a:solidFill>
                <a:effectLst/>
              </a:rPr>
              <a:t>Water productivity drops across all crops during Zaid, highlighting significant evaporative losses during summer cycles.</a:t>
            </a:r>
          </a:p>
        </p:txBody>
      </p:sp>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451274"/>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Rectangle 3">
            <a:extLst>
              <a:ext uri="{FF2B5EF4-FFF2-40B4-BE49-F238E27FC236}">
                <a16:creationId xmlns:a16="http://schemas.microsoft.com/office/drawing/2014/main" id="{B4146EB7-C24C-4529-A417-8892E16F9A15}"/>
              </a:ext>
            </a:extLst>
          </p:cNvPr>
          <p:cNvSpPr>
            <a:spLocks noChangeArrowheads="1"/>
          </p:cNvSpPr>
          <p:nvPr/>
        </p:nvSpPr>
        <p:spPr bwMode="auto">
          <a:xfrm>
            <a:off x="675957" y="1889637"/>
            <a:ext cx="8817667"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just" defTabSz="914400" rtl="0" eaLnBrk="0" fontAlgn="base" latinLnBrk="0" hangingPunct="0">
              <a:lnSpc>
                <a:spcPct val="100000"/>
              </a:lnSpc>
              <a:spcBef>
                <a:spcPct val="0"/>
              </a:spcBef>
              <a:spcAft>
                <a:spcPct val="0"/>
              </a:spcAft>
              <a:buClr>
                <a:schemeClr val="accent4"/>
              </a:buClr>
              <a:buSzTx/>
              <a:buFont typeface="Wingdings" panose="05000000000000000000" pitchFamily="2" charset="2"/>
              <a:buChar char="§"/>
              <a:tabLst/>
            </a:pPr>
            <a:r>
              <a:rPr kumimoji="0" lang="en-US" altLang="en-US" sz="2000" b="1" i="0" u="none" strike="noStrike" cap="none" normalizeH="0" baseline="0" dirty="0">
                <a:ln>
                  <a:noFill/>
                </a:ln>
                <a:solidFill>
                  <a:schemeClr val="tx1"/>
                </a:solidFill>
                <a:effectLst/>
              </a:rPr>
              <a:t>Predictive Machine Learning Models:</a:t>
            </a:r>
            <a:r>
              <a:rPr kumimoji="0" lang="en-US" altLang="en-US" sz="2000" b="0" i="0" u="none" strike="noStrike" cap="none" normalizeH="0" baseline="0" dirty="0">
                <a:ln>
                  <a:noFill/>
                </a:ln>
                <a:solidFill>
                  <a:schemeClr val="tx1"/>
                </a:solidFill>
                <a:effectLst/>
              </a:rPr>
              <a:t> Creating models with Random Forest, </a:t>
            </a:r>
            <a:r>
              <a:rPr kumimoji="0" lang="en-US" altLang="en-US" sz="2000" b="0" i="0" u="none" strike="noStrike" cap="none" normalizeH="0" baseline="0" dirty="0" err="1">
                <a:ln>
                  <a:noFill/>
                </a:ln>
                <a:solidFill>
                  <a:schemeClr val="tx1"/>
                </a:solidFill>
                <a:effectLst/>
              </a:rPr>
              <a:t>XGBoost</a:t>
            </a:r>
            <a:r>
              <a:rPr kumimoji="0" lang="en-US" altLang="en-US" sz="2000" b="0" i="0" u="none" strike="noStrike" cap="none" normalizeH="0" baseline="0" dirty="0">
                <a:ln>
                  <a:noFill/>
                </a:ln>
                <a:solidFill>
                  <a:schemeClr val="tx1"/>
                </a:solidFill>
                <a:effectLst/>
              </a:rPr>
              <a:t>, and other algorithms to predict crop yield and farm profitability before planting, based on early seasonal forecasts.</a:t>
            </a:r>
          </a:p>
          <a:p>
            <a:pPr marL="285750" marR="0" lvl="0" indent="-285750" algn="just" defTabSz="914400" rtl="0" eaLnBrk="0" fontAlgn="base" latinLnBrk="0" hangingPunct="0">
              <a:lnSpc>
                <a:spcPct val="100000"/>
              </a:lnSpc>
              <a:spcBef>
                <a:spcPct val="0"/>
              </a:spcBef>
              <a:spcAft>
                <a:spcPct val="0"/>
              </a:spcAft>
              <a:buClr>
                <a:schemeClr val="accent4"/>
              </a:buClr>
              <a:buSzTx/>
              <a:buFont typeface="Wingdings" panose="05000000000000000000" pitchFamily="2" charset="2"/>
              <a:buChar char="§"/>
              <a:tabLst/>
            </a:pPr>
            <a:r>
              <a:rPr kumimoji="0" lang="en-US" altLang="en-US" sz="2000" b="1" i="0" u="none" strike="noStrike" cap="none" normalizeH="0" baseline="0" dirty="0">
                <a:ln>
                  <a:noFill/>
                </a:ln>
                <a:solidFill>
                  <a:schemeClr val="tx1"/>
                </a:solidFill>
                <a:effectLst/>
              </a:rPr>
              <a:t>Granular Cost Breakdown:</a:t>
            </a:r>
            <a:r>
              <a:rPr kumimoji="0" lang="en-US" altLang="en-US" sz="2000" b="0" i="0" u="none" strike="noStrike" cap="none" normalizeH="0" baseline="0" dirty="0">
                <a:ln>
                  <a:noFill/>
                </a:ln>
                <a:solidFill>
                  <a:schemeClr val="tx1"/>
                </a:solidFill>
                <a:effectLst/>
              </a:rPr>
              <a:t> Incorporating detailed expenditure categories such as machinery fuel, manual labor wages, transport, and storage costs to isolate exact cost-cutting targets for unprofitable staple grains.</a:t>
            </a:r>
          </a:p>
          <a:p>
            <a:pPr marL="285750" marR="0" lvl="0" indent="-285750" algn="just" defTabSz="914400" rtl="0" eaLnBrk="0" fontAlgn="base" latinLnBrk="0" hangingPunct="0">
              <a:lnSpc>
                <a:spcPct val="100000"/>
              </a:lnSpc>
              <a:spcBef>
                <a:spcPct val="0"/>
              </a:spcBef>
              <a:spcAft>
                <a:spcPct val="0"/>
              </a:spcAft>
              <a:buClr>
                <a:schemeClr val="accent4"/>
              </a:buClr>
              <a:buSzTx/>
              <a:buFont typeface="Wingdings" panose="05000000000000000000" pitchFamily="2" charset="2"/>
              <a:buChar char="§"/>
              <a:tabLst/>
            </a:pPr>
            <a:r>
              <a:rPr kumimoji="0" lang="en-US" altLang="en-US" sz="2000" b="1" i="0" u="none" strike="noStrike" cap="none" normalizeH="0" baseline="0" dirty="0">
                <a:ln>
                  <a:noFill/>
                </a:ln>
                <a:solidFill>
                  <a:schemeClr val="tx1"/>
                </a:solidFill>
                <a:effectLst/>
              </a:rPr>
              <a:t>Climate &amp; Multi-Year Time-Series Analysis:</a:t>
            </a:r>
            <a:r>
              <a:rPr kumimoji="0" lang="en-US" altLang="en-US" sz="2000" b="0" i="0" u="none" strike="noStrike" cap="none" normalizeH="0" baseline="0" dirty="0">
                <a:ln>
                  <a:noFill/>
                </a:ln>
                <a:solidFill>
                  <a:schemeClr val="tx1"/>
                </a:solidFill>
                <a:effectLst/>
              </a:rPr>
              <a:t> Expanding beyond cross-sectional data to analyze multi-year seasonal trends and assess the effects of climate change on water tables and seasonal shifts.</a:t>
            </a:r>
          </a:p>
          <a:p>
            <a:pPr marL="285750" marR="0" lvl="0" indent="-285750" algn="just" defTabSz="914400" rtl="0" eaLnBrk="0" fontAlgn="base" latinLnBrk="0" hangingPunct="0">
              <a:lnSpc>
                <a:spcPct val="100000"/>
              </a:lnSpc>
              <a:spcBef>
                <a:spcPct val="0"/>
              </a:spcBef>
              <a:spcAft>
                <a:spcPct val="0"/>
              </a:spcAft>
              <a:buClr>
                <a:schemeClr val="accent4"/>
              </a:buClr>
              <a:buSzTx/>
              <a:buFont typeface="Wingdings" panose="05000000000000000000" pitchFamily="2" charset="2"/>
              <a:buChar char="§"/>
              <a:tabLst/>
            </a:pPr>
            <a:r>
              <a:rPr kumimoji="0" lang="en-US" altLang="en-US" sz="2000" b="1" i="0" u="none" strike="noStrike" cap="none" normalizeH="0" baseline="0" dirty="0">
                <a:ln>
                  <a:noFill/>
                </a:ln>
                <a:solidFill>
                  <a:schemeClr val="tx1"/>
                </a:solidFill>
                <a:effectLst/>
              </a:rPr>
              <a:t>Farm-Level Recommendation Dashboard:</a:t>
            </a:r>
            <a:r>
              <a:rPr lang="en-US" altLang="en-US" sz="2000" dirty="0"/>
              <a:t> </a:t>
            </a:r>
            <a:r>
              <a:rPr kumimoji="0" lang="en-US" altLang="en-US" sz="2000" b="0" i="0" u="none" strike="noStrike" cap="none" normalizeH="0" baseline="0" dirty="0">
                <a:ln>
                  <a:noFill/>
                </a:ln>
                <a:solidFill>
                  <a:schemeClr val="tx1"/>
                </a:solidFill>
                <a:effectLst/>
              </a:rPr>
              <a:t>Building an interactive web dashboard using </a:t>
            </a:r>
            <a:r>
              <a:rPr kumimoji="0" lang="en-US" altLang="en-US" sz="2000" b="0" i="0" u="none" strike="noStrike" cap="none" normalizeH="0" baseline="0" dirty="0" err="1">
                <a:ln>
                  <a:noFill/>
                </a:ln>
                <a:solidFill>
                  <a:schemeClr val="tx1"/>
                </a:solidFill>
                <a:effectLst/>
              </a:rPr>
              <a:t>Streamlit</a:t>
            </a:r>
            <a:r>
              <a:rPr kumimoji="0" lang="en-US" altLang="en-US" sz="2000" b="0" i="0" u="none" strike="noStrike" cap="none" normalizeH="0" baseline="0" dirty="0">
                <a:ln>
                  <a:noFill/>
                </a:ln>
                <a:solidFill>
                  <a:schemeClr val="tx1"/>
                </a:solidFill>
                <a:effectLst/>
              </a:rPr>
              <a:t> or Flask that allows smallholders to input their soil specs and budget to receive personalized crop and irrigation recommendations.</a:t>
            </a: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5F0B37E4-66B1-8633-7266-68B321742757}"/>
              </a:ext>
            </a:extLst>
          </p:cNvPr>
          <p:cNvSpPr txBox="1"/>
          <p:nvPr/>
        </p:nvSpPr>
        <p:spPr>
          <a:xfrm>
            <a:off x="729255" y="1377565"/>
            <a:ext cx="9113991" cy="369332"/>
          </a:xfrm>
          <a:prstGeom prst="rect">
            <a:avLst/>
          </a:prstGeom>
          <a:noFill/>
        </p:spPr>
        <p:txBody>
          <a:bodyPr wrap="square">
            <a:spAutoFit/>
          </a:bodyPr>
          <a:lstStyle/>
          <a:p>
            <a:r>
              <a:rPr lang="en-US" dirty="0"/>
              <a:t>https://github.com/A-aniket-k/Seasonal_Agriculture_Performance_Data_Analysis_.git</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26870C0D-2266-4DF8-8761-B9E1B0B5BFA2}"/>
              </a:ext>
            </a:extLst>
          </p:cNvPr>
          <p:cNvPicPr>
            <a:picLocks noChangeAspect="1"/>
          </p:cNvPicPr>
          <p:nvPr/>
        </p:nvPicPr>
        <p:blipFill>
          <a:blip r:embed="rId3"/>
          <a:stretch>
            <a:fillRect/>
          </a:stretch>
        </p:blipFill>
        <p:spPr>
          <a:xfrm>
            <a:off x="675957" y="1446551"/>
            <a:ext cx="6415125" cy="4532078"/>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2975013" y="3962573"/>
            <a:ext cx="2139696" cy="344312"/>
          </a:xfrm>
        </p:spPr>
        <p:txBody>
          <a:bodyPr>
            <a:normAutofit fontScale="92500" lnSpcReduction="20000"/>
          </a:bodyPr>
          <a:lstStyle/>
          <a:p>
            <a:endParaRPr lang="en-IN"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1772</TotalTime>
  <Words>920</Words>
  <Application>Microsoft Office PowerPoint</Application>
  <PresentationFormat>Widescreen</PresentationFormat>
  <Paragraphs>59</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Trebuchet MS</vt:lpstr>
      <vt:lpstr>Wingdings</vt:lpstr>
      <vt:lpstr>Wingdings 3</vt:lpstr>
      <vt:lpstr>Facet</vt:lpstr>
      <vt:lpstr>Project Title - Seasonal Agriculture Performance Analysis</vt:lpstr>
      <vt:lpstr>PROBLEM  STATEMENT</vt:lpstr>
      <vt:lpstr>Project Description  </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aniketk6664@gmail.com</cp:lastModifiedBy>
  <cp:revision>107</cp:revision>
  <dcterms:created xsi:type="dcterms:W3CDTF">2021-07-11T13:13:15Z</dcterms:created>
  <dcterms:modified xsi:type="dcterms:W3CDTF">2026-09-09T16:02:59Z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